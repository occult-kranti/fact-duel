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e8dc4b0cf04ad5" /><Relationship Type="http://schemas.openxmlformats.org/officeDocument/2006/relationships/extended-properties" Target="/docProps/app.xml" Id="Rb04ead200f5f4507" /><Relationship Type="http://schemas.openxmlformats.org/officeDocument/2006/relationships/officeDocument" Target="/ppt/presentation.xml" Id="Re453e67667204f4a" /></Relationships>
</file>

<file path=ppt/presentation.xml><?xml version="1.0" encoding="utf-8"?>
<p:presentation xmlns:p="http://schemas.openxmlformats.org/presentationml/2006/main">
  <p:sldMasterIdLst>
    <p:sldMasterId xmlns:r="http://schemas.openxmlformats.org/officeDocument/2006/relationships" id="2147483648" r:id="R3e25427914594683"/>
  </p:sldMasterIdLst>
  <p:notesMasterIdLst>
    <p:notesMasterId xmlns:r="http://schemas.openxmlformats.org/officeDocument/2006/relationships" r:id="Ra88c386573c74ae0"/>
  </p:notesMasterIdLst>
  <p:sldIdLst>
    <p:sldId xmlns:r="http://schemas.openxmlformats.org/officeDocument/2006/relationships" id="256" r:id="Re5e0c917733242c5"/>
    <p:sldId xmlns:r="http://schemas.openxmlformats.org/officeDocument/2006/relationships" id="257" r:id="R2f42110d019a4e18"/>
    <p:sldId xmlns:r="http://schemas.openxmlformats.org/officeDocument/2006/relationships" id="258" r:id="Rfc992111e14c4dfd"/>
    <p:sldId xmlns:r="http://schemas.openxmlformats.org/officeDocument/2006/relationships" id="259" r:id="R63a77bb6d2954fc3"/>
    <p:sldId xmlns:r="http://schemas.openxmlformats.org/officeDocument/2006/relationships" id="260" r:id="Rd8d71e4d80164d2c"/>
    <p:sldId xmlns:r="http://schemas.openxmlformats.org/officeDocument/2006/relationships" id="261" r:id="R5486e8cada1f4873"/>
    <p:sldId xmlns:r="http://schemas.openxmlformats.org/officeDocument/2006/relationships" id="262" r:id="R5697af4d472840c2"/>
    <p:sldId xmlns:r="http://schemas.openxmlformats.org/officeDocument/2006/relationships" id="263" r:id="R1bd273ccfbe14430"/>
    <p:sldId xmlns:r="http://schemas.openxmlformats.org/officeDocument/2006/relationships" id="264" r:id="Ra1cdf17247ba4fef"/>
    <p:sldId xmlns:r="http://schemas.openxmlformats.org/officeDocument/2006/relationships" id="265" r:id="Ra45c3d28a8d34421"/>
    <p:sldId xmlns:r="http://schemas.openxmlformats.org/officeDocument/2006/relationships" id="266" r:id="R6a00518f524f45df"/>
    <p:sldId xmlns:r="http://schemas.openxmlformats.org/officeDocument/2006/relationships" id="267" r:id="R303de4f9157d4cb0"/>
    <p:sldId xmlns:r="http://schemas.openxmlformats.org/officeDocument/2006/relationships" id="268" r:id="R55970a09580144f2"/>
    <p:sldId xmlns:r="http://schemas.openxmlformats.org/officeDocument/2006/relationships" id="269" r:id="R4979a261e42145ae"/>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c100fc285d94703" /><Relationship Type="http://schemas.openxmlformats.org/officeDocument/2006/relationships/slideMaster" Target="/ppt/slideMasters/slideMaster1.xml" Id="R3e25427914594683" /><Relationship Type="http://schemas.openxmlformats.org/officeDocument/2006/relationships/notesMaster" Target="/ppt/notesMasters/notesMaster1.xml" Id="Ra88c386573c74ae0" /><Relationship Type="http://schemas.openxmlformats.org/officeDocument/2006/relationships/presProps" Target="/ppt/presProps.xml" Id="R25a63c7f76544e3c" /><Relationship Type="http://schemas.openxmlformats.org/officeDocument/2006/relationships/viewProps" Target="/ppt/viewProps.xml" Id="R881d9ecd904341a5" /><Relationship Type="http://schemas.openxmlformats.org/officeDocument/2006/relationships/tableStyles" Target="/ppt/tableStyles.xml" Id="Reaf30452888b4077" /><Relationship Type="http://schemas.openxmlformats.org/officeDocument/2006/relationships/slide" Target="/ppt/slides/slide1.xml" Id="Re5e0c917733242c5" /><Relationship Type="http://schemas.openxmlformats.org/officeDocument/2006/relationships/slide" Target="/ppt/slides/slide2.xml" Id="R2f42110d019a4e18" /><Relationship Type="http://schemas.openxmlformats.org/officeDocument/2006/relationships/slide" Target="/ppt/slides/slide3.xml" Id="Rfc992111e14c4dfd" /><Relationship Type="http://schemas.openxmlformats.org/officeDocument/2006/relationships/slide" Target="/ppt/slides/slide4.xml" Id="R63a77bb6d2954fc3" /><Relationship Type="http://schemas.openxmlformats.org/officeDocument/2006/relationships/slide" Target="/ppt/slides/slide5.xml" Id="Rd8d71e4d80164d2c" /><Relationship Type="http://schemas.openxmlformats.org/officeDocument/2006/relationships/slide" Target="/ppt/slides/slide6.xml" Id="R5486e8cada1f4873" /><Relationship Type="http://schemas.openxmlformats.org/officeDocument/2006/relationships/slide" Target="/ppt/slides/slide7.xml" Id="R5697af4d472840c2" /><Relationship Type="http://schemas.openxmlformats.org/officeDocument/2006/relationships/slide" Target="/ppt/slides/slide8.xml" Id="R1bd273ccfbe14430" /><Relationship Type="http://schemas.openxmlformats.org/officeDocument/2006/relationships/slide" Target="/ppt/slides/slide9.xml" Id="Ra1cdf17247ba4fef" /><Relationship Type="http://schemas.openxmlformats.org/officeDocument/2006/relationships/slide" Target="/ppt/slides/slide10.xml" Id="Ra45c3d28a8d34421" /><Relationship Type="http://schemas.openxmlformats.org/officeDocument/2006/relationships/slide" Target="/ppt/slides/slide11.xml" Id="R6a00518f524f45df" /><Relationship Type="http://schemas.openxmlformats.org/officeDocument/2006/relationships/slide" Target="/ppt/slides/slide12.xml" Id="R303de4f9157d4cb0" /><Relationship Type="http://schemas.openxmlformats.org/officeDocument/2006/relationships/slide" Target="/ppt/slides/slide13.xml" Id="R55970a09580144f2" /><Relationship Type="http://schemas.openxmlformats.org/officeDocument/2006/relationships/slide" Target="/ppt/slides/slide14.xml" Id="R4979a261e42145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17e16b3fe14b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3dd81afbb748a1" /><Relationship Type="http://schemas.openxmlformats.org/officeDocument/2006/relationships/notesMaster" Target="/ppt/notesMasters/notesMaster1.xml" Id="R01a951b8fb4646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f9ed42787740a8" /><Relationship Type="http://schemas.openxmlformats.org/officeDocument/2006/relationships/notesMaster" Target="/ppt/notesMasters/notesMaster1.xml" Id="Rfd135a4065774e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c341cd5766483a" /><Relationship Type="http://schemas.openxmlformats.org/officeDocument/2006/relationships/notesMaster" Target="/ppt/notesMasters/notesMaster1.xml" Id="Rbd4ae3f3b7bf49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19478cfc0649e6" /><Relationship Type="http://schemas.openxmlformats.org/officeDocument/2006/relationships/notesMaster" Target="/ppt/notesMasters/notesMaster1.xml" Id="R064cd4b23ce943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6f856505ca47bc" /><Relationship Type="http://schemas.openxmlformats.org/officeDocument/2006/relationships/notesMaster" Target="/ppt/notesMasters/notesMaster1.xml" Id="Red12616ba6e842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d5a238f8034ede" /><Relationship Type="http://schemas.openxmlformats.org/officeDocument/2006/relationships/notesMaster" Target="/ppt/notesMasters/notesMaster1.xml" Id="R633fb40d41e84c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3ff6d162f341af" /><Relationship Type="http://schemas.openxmlformats.org/officeDocument/2006/relationships/notesMaster" Target="/ppt/notesMasters/notesMaster1.xml" Id="Rbcca207d72c040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cef2339a004047" /><Relationship Type="http://schemas.openxmlformats.org/officeDocument/2006/relationships/notesMaster" Target="/ppt/notesMasters/notesMaster1.xml" Id="Ra520075fb3184c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15fb22dcc74293" /><Relationship Type="http://schemas.openxmlformats.org/officeDocument/2006/relationships/notesMaster" Target="/ppt/notesMasters/notesMaster1.xml" Id="Re3b7d28646724e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e5c6277c3e4ef4" /><Relationship Type="http://schemas.openxmlformats.org/officeDocument/2006/relationships/notesMaster" Target="/ppt/notesMasters/notesMaster1.xml" Id="R307c894414844f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0dbef5c76345dc" /><Relationship Type="http://schemas.openxmlformats.org/officeDocument/2006/relationships/notesMaster" Target="/ppt/notesMasters/notesMaster1.xml" Id="Rdc984829c9044e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3ec9f9441a431f" /><Relationship Type="http://schemas.openxmlformats.org/officeDocument/2006/relationships/notesMaster" Target="/ppt/notesMasters/notesMaster1.xml" Id="R5c8d390d1c0f43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ff6fd261f64adb" /><Relationship Type="http://schemas.openxmlformats.org/officeDocument/2006/relationships/notesMaster" Target="/ppt/notesMasters/notesMaster1.xml" Id="Rc6b6c9d422c349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549365533745b7" /><Relationship Type="http://schemas.openxmlformats.org/officeDocument/2006/relationships/notesMaster" Target="/ppt/notesMasters/notesMaster1.xml" Id="R6ffa8079d08d47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JHK release positioning. No traction, market-size or revenue claim. Target audience and return behavior remain hypotheses to validate.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hypothesis: mobile cricket fans who want a short challenge with friends. This is not a finding from user interviews. Motivation reference: autonomy, competence and relatedness; https://repository.essex.ac.uk/7228/ . Validate using first-match completion and voluntary club return.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JHK design contract: total club membership cap22. Playing side5 or11; remaining members are reserves. A reserve only becomes active through an authorized preparation-stage lineup change. Match participation eligibility is fixed after lock. Not Supercell artwork or mechanics copied verbatim.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names and round counts are user requirements. Exact match rules and XP values belong to the server and visible game rules; this deck does not promise a payout or XP multiplier. Coins are simulated, with no cash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reference: https://support.supercell.com/clash-of-clans/en/articles/about-clan-wars-2.html . CoC has23h preparation and24h battle. JHK adaptation uses trivia matches, playing 5 or 11, club cap22 and fresh weekly draft confirmation. The home side sends; the away side accepts. Recurrence is off by default and needs both captains to opt in; neither side is automatically enrolled. Early start requires the current authorized lineup leadership on both sides; server remains authoritative. Old active fixtures keep their original24h deadline.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Permissions are enforced on the server. Coach has limited lineup authority, not full club administration. Captain/VC powers remain explicit. Fun badges require player opt-in and self-removal. Avoid making a disparaging role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Club challenge and four-team cup are the scoped product release. Recurring fixtures remain opt-in drafts. Larger leagues, automated seasons and scheduling orchestration remain roadmap work until implemented and verified. No claim of existing tournament participation.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Mobile-first intended information architecture. First-time player flow and target audience are design assumptions requiring usability testing. No claim of measured onboarding improvement. Implementation details, guest/account restrictions and eligibility should remain visible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JHK cricket art direction. Feedback must match the actual result; a close finish is determined from the game rules, not manufactured. Sound starts only after a user gesture, can be muted, and motion respects reduced-motion preferences. Loss feedback avoids shaming and false rewards.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Visible XP, club tags, banners and title direction. Do not imply that all future title ladders, seasonal unlocks or banner editors already ship; see the release/roadmap slide. Local labels should follow the player’s chosen location or club identity, never precise undisclosed location. No evidence yet of improved retention.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Growth design hypothesis. No viral coefficient or retention promise. Use native share when available and a copy/download fallback. Exclude private member information from public scorecards. Invites must not automatically accept challenges or enroll players into recurring matches. Future attribution should be consent-aware.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Measurement plan, not measured results. There are no fabricated cohort sizes, retention rates, revenues, market totals or launch dates. A pilot should include first-time users, captains and reserves across common mobile screens. Consent and privacy guardrails accompany any later analytics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Release scope described in current repository; publication is contingent on verification and deployment. Future stages are direction, not promised dates. An investor should request evidence of current build, pilot results and costs before financial modeling. No revenue, market-size or fundraising valuation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proposes a pilot and validation sequence. It does not imply that recruitment, retention, monetization or funding has been secured. Updated product pitch replaces historical FACT//DUEL assumptions; older research files remain in Git history and are not current product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c8c054ff2e40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375760f9fc41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01f6a1ba7b4e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83a0cf5ac04e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08fcba5cbb44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1639c1f0d57493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95f0ae04c96418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0fc6856ef99448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a50f356ddf64a4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aedabefc746453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879aecc04244c4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A8CE13-908B-4D0D-A939-41C7C9F3FBE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C19F1E28-E82A-4891-8B89-3AC192D164B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FB9C083-C7E1-427B-8C5B-48582C355E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CD2F965-D65A-4BAA-8685-425B54694A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E67334-A4D8-438A-BC09-C9D31CF564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EE7DE0-E133-4B3A-9782-AD15FF7650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169E6F5-1BB1-4CAA-BDC9-AB6DEE9612B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FC74822-AB42-4A82-9533-9DC80EDA44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2CDD812-DA91-4C21-BF3C-29F5FFAEF6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0EA0622-5E1A-4383-AB1D-48AAA61EF26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C015A6-3203-4598-B0D8-957B8C12784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2DB99EA-2DCB-4CA1-BBC6-53CD65503237}"/>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19F0DCF-5023-4E04-8363-94F5BD6B63E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63D9D65-7279-4C42-B03A-6F6A2D0A76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9CCD592-BCE0-4651-947F-26379943D9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DF2366C-FBE2-4377-9709-69606B0DC2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5C27A94-6F74-425A-8AF1-FEBD7FCB3CAA}"/>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0216D89A-5008-4554-8553-46732306B91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27FDA7F-CD65-4451-9030-AF49A42854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DC600D9-30CB-4003-B3B3-3E439A34F9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8D9B3DE-438C-4579-857E-660069D679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2009558-AFD6-42AB-ACA4-5F7C4B9171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BCB9D56-835E-4096-A757-4128054EDBE1}"/>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59D5DEE-D697-43F7-8AA8-E2BEFE998822}"/>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8FDA35CA-0443-45D2-B147-483C3246AFF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41C35A6-F618-4F32-8049-D95E848D455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1C950D74-8072-48B3-AC7A-B8CE4542BD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423D39FA-ADDE-4373-A1D7-5639AFAB11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12BEB86-5646-466B-BE13-0B9D76DB718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5D0A2C-A2B2-4ECC-B83C-6871D588E0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68999EEB-B85C-4DB9-8561-C926FA75CA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01089F85-44AF-4199-A662-A1FCE8E244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6B398E49-9964-4919-AED5-5FB6E6F3EF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549A252-834B-40B3-ABD9-3FB60E5FC5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0452D796-4B06-4DD8-A43E-76DC585DEB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723952B-A02E-4800-940A-4473833199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1D37B2-051D-4000-BEA9-17E1078B9924}"/>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46DBC65-FAA3-4C33-B045-307A4AAE4F3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F5EF4BE-ED51-4DE3-906D-609CE0C77CC5}"/>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999291E-7B29-40B6-84D5-F9B4592656E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81BC416-C1FD-48BD-A45E-5433A1A9FB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D335D4B-46CD-4CAC-AB9B-79C18CCDBBD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2884CD-840E-4634-8D5D-FB46B774AE6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B475467E-02F8-4942-82EE-A7F7998D66D6}"/>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0A97F73F-E8B9-4929-8B18-7B461C17A1D4}"/>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EA5AC15-2527-4C65-9ECF-D63A78E0E0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B4B22D5C-07B8-42D3-80B0-640C952A8A8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4298E42-91AF-4024-AB8D-E4F6B5A4C2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F451B4-09B1-42F2-BF1E-75F55FE0D11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49033A8-6FCA-4C91-BFAB-9D0EAEBB21C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914C0B4-B8F5-4077-AF91-37B37659CB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D886133-771E-4395-B167-6CF15D93BA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112EE2-4F23-4151-948F-90E78F39E7E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D24A096-EAEE-4DE3-B328-552979439F6F}"/>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EFE7249-1DED-46AA-A8CD-035F9051364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974C3DD-00E4-4668-82A2-13F7A17F1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C33C95C-382A-4316-8500-A3495C9C7C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532936C-0DF9-458C-91D5-D79971492D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ca3a4a14d34817" /><Relationship Type="http://schemas.openxmlformats.org/officeDocument/2006/relationships/slideLayout" Target="/ppt/slideLayouts/slideLayout1.xml" Id="R605357801d254953" /><Relationship Type="http://schemas.openxmlformats.org/officeDocument/2006/relationships/slideLayout" Target="/ppt/slideLayouts/slideLayout2.xml" Id="Rb72506cbb0a44c74" /><Relationship Type="http://schemas.openxmlformats.org/officeDocument/2006/relationships/slideLayout" Target="/ppt/slideLayouts/slideLayout3.xml" Id="R8a07df7efe7d4b03" /><Relationship Type="http://schemas.openxmlformats.org/officeDocument/2006/relationships/slideLayout" Target="/ppt/slideLayouts/slideLayout4.xml" Id="Rd12f84f9ffc24aff" /><Relationship Type="http://schemas.openxmlformats.org/officeDocument/2006/relationships/slideLayout" Target="/ppt/slideLayouts/slideLayout5.xml" Id="Raa63a908925a4435" /><Relationship Type="http://schemas.openxmlformats.org/officeDocument/2006/relationships/slideLayout" Target="/ppt/slideLayouts/slideLayout6.xml" Id="Rf3f712f997a1447a" /><Relationship Type="http://schemas.openxmlformats.org/officeDocument/2006/relationships/slideLayout" Target="/ppt/slideLayouts/slideLayout7.xml" Id="R7271a01b40ff480a" /><Relationship Type="http://schemas.openxmlformats.org/officeDocument/2006/relationships/slideLayout" Target="/ppt/slideLayouts/slideLayout8.xml" Id="R74406e1d7d0f4051" /><Relationship Type="http://schemas.openxmlformats.org/officeDocument/2006/relationships/slideLayout" Target="/ppt/slideLayouts/slideLayout9.xml" Id="R51e48ca6e9e04252" /><Relationship Type="http://schemas.openxmlformats.org/officeDocument/2006/relationships/slideLayout" Target="/ppt/slideLayouts/slideLayout10.xml" Id="R18252b0f9ca34f81" /><Relationship Type="http://schemas.openxmlformats.org/officeDocument/2006/relationships/slideLayout" Target="/ppt/slideLayouts/slideLayout11.xml" Id="Rd8de226caf4d42f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6D415EF-CA84-4D64-9B5A-15E09498480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3D2E148-5233-4203-9E2F-47DE82E6808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A59F483-AD04-4276-B096-9D5D79038E8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3559310-5D1E-4BF4-B36A-D7FFAD9FF9E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A37C931-8D71-4BDF-8C42-556CD0C6A12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5357801d254953"/>
    <p:sldLayoutId xmlns:r="http://schemas.openxmlformats.org/officeDocument/2006/relationships" id="2147483650" r:id="Rb72506cbb0a44c74"/>
    <p:sldLayoutId xmlns:r="http://schemas.openxmlformats.org/officeDocument/2006/relationships" id="2147483651" r:id="R8a07df7efe7d4b03"/>
    <p:sldLayoutId xmlns:r="http://schemas.openxmlformats.org/officeDocument/2006/relationships" id="2147483652" r:id="Rd12f84f9ffc24aff"/>
    <p:sldLayoutId xmlns:r="http://schemas.openxmlformats.org/officeDocument/2006/relationships" id="2147483653" r:id="Raa63a908925a4435"/>
    <p:sldLayoutId xmlns:r="http://schemas.openxmlformats.org/officeDocument/2006/relationships" id="2147483654" r:id="Rf3f712f997a1447a"/>
    <p:sldLayoutId xmlns:r="http://schemas.openxmlformats.org/officeDocument/2006/relationships" id="2147483655" r:id="R7271a01b40ff480a"/>
    <p:sldLayoutId xmlns:r="http://schemas.openxmlformats.org/officeDocument/2006/relationships" id="2147483656" r:id="R74406e1d7d0f4051"/>
    <p:sldLayoutId xmlns:r="http://schemas.openxmlformats.org/officeDocument/2006/relationships" id="2147483657" r:id="R51e48ca6e9e04252"/>
    <p:sldLayoutId xmlns:r="http://schemas.openxmlformats.org/officeDocument/2006/relationships" id="2147483658" r:id="R18252b0f9ca34f81"/>
    <p:sldLayoutId xmlns:r="http://schemas.openxmlformats.org/officeDocument/2006/relationships" id="2147483659" r:id="Rd8de226caf4d42f9"/>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98c00b17cff406e" /><Relationship Type="http://schemas.openxmlformats.org/officeDocument/2006/relationships/image" Target="/ppt/media/image.bin" Id="R9e81567c044f4f3b" /><Relationship Type="http://schemas.openxmlformats.org/officeDocument/2006/relationships/notesSlide" Target="/ppt/notesSlides/notesSlide1.xml" Id="R57fa8c577e9547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f845e1119284f52" /><Relationship Type="http://schemas.openxmlformats.org/officeDocument/2006/relationships/image" Target="/ppt/media/image2.bin" Id="Rd0b0d89d91614864" /><Relationship Type="http://schemas.openxmlformats.org/officeDocument/2006/relationships/notesSlide" Target="/ppt/notesSlides/notesSlide2.xml" Id="R0c064ab5a79940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e7f2f0f188074c92" /><Relationship Type="http://schemas.openxmlformats.org/officeDocument/2006/relationships/notesSlide" Target="/ppt/notesSlides/notesSlide3.xml" Id="R25416f6d0b0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95a351d27cb49ab" /><Relationship Type="http://schemas.openxmlformats.org/officeDocument/2006/relationships/image" Target="/ppt/media/image3.bin" Id="Rba0680a3e2614134" /><Relationship Type="http://schemas.openxmlformats.org/officeDocument/2006/relationships/notesSlide" Target="/ppt/notesSlides/notesSlide4.xml" Id="Rc543cc57734f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c34d16e12fe4455" /><Relationship Type="http://schemas.openxmlformats.org/officeDocument/2006/relationships/notesSlide" Target="/ppt/notesSlides/notesSlide5.xml" Id="Ra2cc69c907114c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9db3b6e40ba4d63" /><Relationship Type="http://schemas.openxmlformats.org/officeDocument/2006/relationships/notesSlide" Target="/ppt/notesSlides/notesSlide6.xml" Id="R6410b9d333ec49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b02a54edb89e4917" /><Relationship Type="http://schemas.openxmlformats.org/officeDocument/2006/relationships/image" Target="/ppt/media/image4.bin" Id="R594f815101b34b88" /><Relationship Type="http://schemas.openxmlformats.org/officeDocument/2006/relationships/notesSlide" Target="/ppt/notesSlides/notesSlide7.xml" Id="Raee69b85a6d74f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4f572f947c324ebb" /><Relationship Type="http://schemas.openxmlformats.org/officeDocument/2006/relationships/notesSlide" Target="/ppt/notesSlides/notesSlide8.xml" Id="R94847b71552f43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dda536a4a8604722" /><Relationship Type="http://schemas.openxmlformats.org/officeDocument/2006/relationships/image" Target="/ppt/media/image5.bin" Id="Refc2dbee8836425a" /><Relationship Type="http://schemas.openxmlformats.org/officeDocument/2006/relationships/notesSlide" Target="/ppt/notesSlides/notesSlide9.xml" Id="Rad9085dccec546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f1db9a4e6fb94297" /><Relationship Type="http://schemas.openxmlformats.org/officeDocument/2006/relationships/image" Target="/ppt/media/image6.bin" Id="Rcff2d808d44343ba" /><Relationship Type="http://schemas.openxmlformats.org/officeDocument/2006/relationships/notesSlide" Target="/ppt/notesSlides/notesSlide10.xml" Id="Rd4aad5274ce347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540536d85a74e03" /><Relationship Type="http://schemas.openxmlformats.org/officeDocument/2006/relationships/notesSlide" Target="/ppt/notesSlides/notesSlide11.xml" Id="Ra6fc458701e143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c198492545ae4c47" /><Relationship Type="http://schemas.openxmlformats.org/officeDocument/2006/relationships/notesSlide" Target="/ppt/notesSlides/notesSlide12.xml" Id="Rbf475196b7854e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af06e006ca5f45d8" /><Relationship Type="http://schemas.openxmlformats.org/officeDocument/2006/relationships/notesSlide" Target="/ppt/notesSlides/notesSlide13.xml" Id="Rc1d4778431f74e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69c9ee2026e24d6c" /><Relationship Type="http://schemas.openxmlformats.org/officeDocument/2006/relationships/image" Target="/ppt/media/image7.bin" Id="R951f6fde30f74e0a" /><Relationship Type="http://schemas.openxmlformats.org/officeDocument/2006/relationships/notesSlide" Target="/ppt/notesSlides/notesSlide14.xml" Id="R54d0ef3b9644403e" /></Relationships>
</file>

<file path=ppt/slides/slide1.xml><?xml version="1.0" encoding="utf-8"?>
<p:sld xmlns:p="http://schemas.openxmlformats.org/presentationml/2006/main">
  <p:cSld>
    <p:bg>
      <p:bgPr>
        <a:solidFill xmlns:a="http://schemas.openxmlformats.org/drawingml/2006/main">
          <a:srgbClr val="122C35"/>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48038612-C56C-4FF7-B8F2-FCB8180F1123}"/>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FFBD59"/>
                </a:solidFill>
                <a:latin typeface="DejaVu Sans"/>
                <a:ea typeface="DejaVu Sans"/>
                <a:cs typeface="DejaVu Sans"/>
              </a:defRPr>
            </a:defPPr>
            <a:lvl1pPr>
              <a:defRPr sz="1275" b="1">
                <a:solidFill>
                  <a:srgbClr val="FFBD59"/>
                </a:solidFill>
                <a:latin typeface="DejaVu Sans"/>
                <a:ea typeface="DejaVu Sans"/>
                <a:cs typeface="DejaVu Sans"/>
              </a:defRPr>
            </a:lvl1pPr>
            <a:lvl2pPr>
              <a:defRPr sz="1275" b="1">
                <a:solidFill>
                  <a:srgbClr val="FFBD59"/>
                </a:solidFill>
                <a:latin typeface="DejaVu Sans"/>
                <a:ea typeface="DejaVu Sans"/>
                <a:cs typeface="DejaVu Sans"/>
              </a:defRPr>
            </a:lvl2pPr>
            <a:lvl3pPr>
              <a:defRPr sz="1275" b="1">
                <a:solidFill>
                  <a:srgbClr val="FFBD59"/>
                </a:solidFill>
                <a:latin typeface="DejaVu Sans"/>
                <a:ea typeface="DejaVu Sans"/>
                <a:cs typeface="DejaVu Sans"/>
              </a:defRPr>
            </a:lvl3pPr>
            <a:lvl4pPr>
              <a:defRPr sz="1275" b="1">
                <a:solidFill>
                  <a:srgbClr val="FFBD59"/>
                </a:solidFill>
                <a:latin typeface="DejaVu Sans"/>
                <a:ea typeface="DejaVu Sans"/>
                <a:cs typeface="DejaVu Sans"/>
              </a:defRPr>
            </a:lvl4pPr>
            <a:lvl5pPr>
              <a:defRPr sz="1275" b="1">
                <a:solidFill>
                  <a:srgbClr val="FFBD59"/>
                </a:solidFill>
                <a:latin typeface="DejaVu Sans"/>
                <a:ea typeface="DejaVu Sans"/>
                <a:cs typeface="DejaVu Sans"/>
              </a:defRPr>
            </a:lvl5pPr>
            <a:lvl6pPr>
              <a:defRPr sz="1275" b="1">
                <a:solidFill>
                  <a:srgbClr val="FFBD59"/>
                </a:solidFill>
                <a:latin typeface="DejaVu Sans"/>
                <a:ea typeface="DejaVu Sans"/>
                <a:cs typeface="DejaVu Sans"/>
              </a:defRPr>
            </a:lvl6pPr>
            <a:lvl7pPr>
              <a:defRPr sz="1275" b="1">
                <a:solidFill>
                  <a:srgbClr val="FFBD59"/>
                </a:solidFill>
                <a:latin typeface="DejaVu Sans"/>
                <a:ea typeface="DejaVu Sans"/>
                <a:cs typeface="DejaVu Sans"/>
              </a:defRPr>
            </a:lvl7pPr>
            <a:lvl8pPr>
              <a:defRPr sz="1275" b="1">
                <a:solidFill>
                  <a:srgbClr val="FFBD59"/>
                </a:solidFill>
                <a:latin typeface="DejaVu Sans"/>
                <a:ea typeface="DejaVu Sans"/>
                <a:cs typeface="DejaVu Sans"/>
              </a:defRPr>
            </a:lvl8pPr>
            <a:lvl9pPr>
              <a:defRPr sz="1275" b="1">
                <a:solidFill>
                  <a:srgbClr val="FFBD59"/>
                </a:solidFill>
                <a:latin typeface="DejaVu Sans"/>
                <a:ea typeface="DejaVu Sans"/>
                <a:cs typeface="DejaVu Sans"/>
              </a:defRPr>
            </a:lvl9pPr>
          </a:lstStyle>
          <a:p xmlns:a="http://schemas.openxmlformats.org/drawingml/2006/main">
            <a:pPr>
              <a:defRPr sz="1275" b="1">
                <a:solidFill>
                  <a:srgbClr val="FFBD59"/>
                </a:solidFill>
                <a:latin typeface="DejaVu Sans"/>
                <a:ea typeface="DejaVu Sans"/>
                <a:cs typeface="DejaVu Sans"/>
              </a:defRPr>
            </a:pPr>
            <a:r>
              <a:rPr sz="1275" b="1">
                <a:solidFill>
                  <a:srgbClr val="FFBD59"/>
                </a:solidFill>
                <a:latin typeface="DejaVu Sans"/>
                <a:ea typeface="DejaVu Sans"/>
                <a:cs typeface="DejaVu Sans"/>
              </a:rPr>
              <a:t>JHK · JAANTA HAI KYA</a:t>
            </a:r>
          </a:p>
        </p:txBody>
      </p:sp>
      <p:sp>
        <p:nvSpPr>
          <p:cNvPr id="2" name="title">
            <a:extLst xmlns:a="http://schemas.openxmlformats.org/drawingml/2006/main">
              <a:ext uri="{FF2B5EF4-FFF2-40B4-BE49-F238E27FC236}">
                <a16:creationId xmlns:a16="http://schemas.microsoft.com/office/drawing/2014/main" id="{FD183BB2-2019-4A64-BB78-AFD481A564FB}"/>
              </a:ext>
            </a:extLst>
          </p:cNvPr>
          <p:cNvSpPr>
            <a:spLocks xmlns:a="http://schemas.openxmlformats.org/drawingml/2006/main" noGrp="1"/>
          </p:cNvSpPr>
          <p:nvPr/>
        </p:nvSpPr>
        <p:spPr>
          <a:xfrm xmlns:a="http://schemas.openxmlformats.org/drawingml/2006/main">
            <a:off x="609600" y="1123950"/>
            <a:ext cx="5334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325" b="1">
                <a:solidFill>
                  <a:srgbClr val="F7F1E6"/>
                </a:solidFill>
                <a:latin typeface="DejaVu Sans"/>
                <a:ea typeface="DejaVu Sans"/>
                <a:cs typeface="DejaVu Sans"/>
              </a:defRPr>
            </a:defPPr>
            <a:lvl1pPr>
              <a:defRPr sz="5325" b="1">
                <a:solidFill>
                  <a:srgbClr val="F7F1E6"/>
                </a:solidFill>
                <a:latin typeface="DejaVu Sans"/>
                <a:ea typeface="DejaVu Sans"/>
                <a:cs typeface="DejaVu Sans"/>
              </a:defRPr>
            </a:lvl1pPr>
            <a:lvl2pPr>
              <a:defRPr sz="5325" b="1">
                <a:solidFill>
                  <a:srgbClr val="F7F1E6"/>
                </a:solidFill>
                <a:latin typeface="DejaVu Sans"/>
                <a:ea typeface="DejaVu Sans"/>
                <a:cs typeface="DejaVu Sans"/>
              </a:defRPr>
            </a:lvl2pPr>
            <a:lvl3pPr>
              <a:defRPr sz="5325" b="1">
                <a:solidFill>
                  <a:srgbClr val="F7F1E6"/>
                </a:solidFill>
                <a:latin typeface="DejaVu Sans"/>
                <a:ea typeface="DejaVu Sans"/>
                <a:cs typeface="DejaVu Sans"/>
              </a:defRPr>
            </a:lvl3pPr>
            <a:lvl4pPr>
              <a:defRPr sz="5325" b="1">
                <a:solidFill>
                  <a:srgbClr val="F7F1E6"/>
                </a:solidFill>
                <a:latin typeface="DejaVu Sans"/>
                <a:ea typeface="DejaVu Sans"/>
                <a:cs typeface="DejaVu Sans"/>
              </a:defRPr>
            </a:lvl4pPr>
            <a:lvl5pPr>
              <a:defRPr sz="5325" b="1">
                <a:solidFill>
                  <a:srgbClr val="F7F1E6"/>
                </a:solidFill>
                <a:latin typeface="DejaVu Sans"/>
                <a:ea typeface="DejaVu Sans"/>
                <a:cs typeface="DejaVu Sans"/>
              </a:defRPr>
            </a:lvl5pPr>
            <a:lvl6pPr>
              <a:defRPr sz="5325" b="1">
                <a:solidFill>
                  <a:srgbClr val="F7F1E6"/>
                </a:solidFill>
                <a:latin typeface="DejaVu Sans"/>
                <a:ea typeface="DejaVu Sans"/>
                <a:cs typeface="DejaVu Sans"/>
              </a:defRPr>
            </a:lvl6pPr>
            <a:lvl7pPr>
              <a:defRPr sz="5325" b="1">
                <a:solidFill>
                  <a:srgbClr val="F7F1E6"/>
                </a:solidFill>
                <a:latin typeface="DejaVu Sans"/>
                <a:ea typeface="DejaVu Sans"/>
                <a:cs typeface="DejaVu Sans"/>
              </a:defRPr>
            </a:lvl7pPr>
            <a:lvl8pPr>
              <a:defRPr sz="5325" b="1">
                <a:solidFill>
                  <a:srgbClr val="F7F1E6"/>
                </a:solidFill>
                <a:latin typeface="DejaVu Sans"/>
                <a:ea typeface="DejaVu Sans"/>
                <a:cs typeface="DejaVu Sans"/>
              </a:defRPr>
            </a:lvl8pPr>
            <a:lvl9pPr>
              <a:defRPr sz="5325" b="1">
                <a:solidFill>
                  <a:srgbClr val="F7F1E6"/>
                </a:solidFill>
                <a:latin typeface="DejaVu Sans"/>
                <a:ea typeface="DejaVu Sans"/>
                <a:cs typeface="DejaVu Sans"/>
              </a:defRPr>
            </a:lvl9pPr>
          </a:lstStyle>
          <a:p xmlns:a="http://schemas.openxmlformats.org/drawingml/2006/main">
            <a:pPr>
              <a:defRPr sz="5325" b="1">
                <a:solidFill>
                  <a:srgbClr val="F7F1E6"/>
                </a:solidFill>
                <a:latin typeface="DejaVu Sans"/>
                <a:ea typeface="DejaVu Sans"/>
                <a:cs typeface="DejaVu Sans"/>
              </a:defRPr>
            </a:pPr>
            <a:r>
              <a:rPr sz="5325" b="1">
                <a:solidFill>
                  <a:srgbClr val="F7F1E6"/>
                </a:solidFill>
                <a:latin typeface="DejaVu Sans"/>
                <a:ea typeface="DejaVu Sans"/>
                <a:cs typeface="DejaVu Sans"/>
              </a:rPr>
              <a:t>Play for your club.</a:t>
            </a:r>
          </a:p>
        </p:txBody>
      </p:sp>
      <p:sp>
        <p:nvSpPr>
          <p:cNvPr id="3" name="subtitle">
            <a:extLst xmlns:a="http://schemas.openxmlformats.org/drawingml/2006/main">
              <a:ext uri="{FF2B5EF4-FFF2-40B4-BE49-F238E27FC236}">
                <a16:creationId xmlns:a16="http://schemas.microsoft.com/office/drawing/2014/main" id="{1ACF3573-CCCB-4A19-8C00-3DEC60B8584F}"/>
              </a:ext>
            </a:extLst>
          </p:cNvPr>
          <p:cNvSpPr>
            <a:spLocks xmlns:a="http://schemas.openxmlformats.org/drawingml/2006/main" noGrp="1"/>
          </p:cNvSpPr>
          <p:nvPr/>
        </p:nvSpPr>
        <p:spPr>
          <a:xfrm xmlns:a="http://schemas.openxmlformats.org/drawingml/2006/main">
            <a:off x="609600" y="3124200"/>
            <a:ext cx="5238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7F1E6"/>
                </a:solidFill>
                <a:latin typeface="DejaVu Sans"/>
                <a:ea typeface="DejaVu Sans"/>
                <a:cs typeface="DejaVu Sans"/>
              </a:defRPr>
            </a:defPPr>
            <a:lvl1pPr>
              <a:defRPr sz="2325" b="0">
                <a:solidFill>
                  <a:srgbClr val="F7F1E6"/>
                </a:solidFill>
                <a:latin typeface="DejaVu Sans"/>
                <a:ea typeface="DejaVu Sans"/>
                <a:cs typeface="DejaVu Sans"/>
              </a:defRPr>
            </a:lvl1pPr>
            <a:lvl2pPr>
              <a:defRPr sz="2325" b="0">
                <a:solidFill>
                  <a:srgbClr val="F7F1E6"/>
                </a:solidFill>
                <a:latin typeface="DejaVu Sans"/>
                <a:ea typeface="DejaVu Sans"/>
                <a:cs typeface="DejaVu Sans"/>
              </a:defRPr>
            </a:lvl2pPr>
            <a:lvl3pPr>
              <a:defRPr sz="2325" b="0">
                <a:solidFill>
                  <a:srgbClr val="F7F1E6"/>
                </a:solidFill>
                <a:latin typeface="DejaVu Sans"/>
                <a:ea typeface="DejaVu Sans"/>
                <a:cs typeface="DejaVu Sans"/>
              </a:defRPr>
            </a:lvl3pPr>
            <a:lvl4pPr>
              <a:defRPr sz="2325" b="0">
                <a:solidFill>
                  <a:srgbClr val="F7F1E6"/>
                </a:solidFill>
                <a:latin typeface="DejaVu Sans"/>
                <a:ea typeface="DejaVu Sans"/>
                <a:cs typeface="DejaVu Sans"/>
              </a:defRPr>
            </a:lvl4pPr>
            <a:lvl5pPr>
              <a:defRPr sz="2325" b="0">
                <a:solidFill>
                  <a:srgbClr val="F7F1E6"/>
                </a:solidFill>
                <a:latin typeface="DejaVu Sans"/>
                <a:ea typeface="DejaVu Sans"/>
                <a:cs typeface="DejaVu Sans"/>
              </a:defRPr>
            </a:lvl5pPr>
            <a:lvl6pPr>
              <a:defRPr sz="2325" b="0">
                <a:solidFill>
                  <a:srgbClr val="F7F1E6"/>
                </a:solidFill>
                <a:latin typeface="DejaVu Sans"/>
                <a:ea typeface="DejaVu Sans"/>
                <a:cs typeface="DejaVu Sans"/>
              </a:defRPr>
            </a:lvl6pPr>
            <a:lvl7pPr>
              <a:defRPr sz="2325" b="0">
                <a:solidFill>
                  <a:srgbClr val="F7F1E6"/>
                </a:solidFill>
                <a:latin typeface="DejaVu Sans"/>
                <a:ea typeface="DejaVu Sans"/>
                <a:cs typeface="DejaVu Sans"/>
              </a:defRPr>
            </a:lvl7pPr>
            <a:lvl8pPr>
              <a:defRPr sz="2325" b="0">
                <a:solidFill>
                  <a:srgbClr val="F7F1E6"/>
                </a:solidFill>
                <a:latin typeface="DejaVu Sans"/>
                <a:ea typeface="DejaVu Sans"/>
                <a:cs typeface="DejaVu Sans"/>
              </a:defRPr>
            </a:lvl8pPr>
            <a:lvl9pPr>
              <a:defRPr sz="2325" b="0">
                <a:solidFill>
                  <a:srgbClr val="F7F1E6"/>
                </a:solidFill>
                <a:latin typeface="DejaVu Sans"/>
                <a:ea typeface="DejaVu Sans"/>
                <a:cs typeface="DejaVu Sans"/>
              </a:defRPr>
            </a:lvl9pPr>
          </a:lstStyle>
          <a:p xmlns:a="http://schemas.openxmlformats.org/drawingml/2006/main">
            <a:pPr>
              <a:defRPr sz="2325" b="0">
                <a:solidFill>
                  <a:srgbClr val="F7F1E6"/>
                </a:solidFill>
                <a:latin typeface="DejaVu Sans"/>
                <a:ea typeface="DejaVu Sans"/>
                <a:cs typeface="DejaVu Sans"/>
              </a:defRPr>
            </a:pPr>
            <a:r>
              <a:rPr sz="2325" b="0">
                <a:solidFill>
                  <a:srgbClr val="F7F1E6"/>
                </a:solidFill>
                <a:latin typeface="DejaVu Sans"/>
                <a:ea typeface="DejaVu Sans"/>
                <a:cs typeface="DejaVu Sans"/>
              </a:rPr>
              <a:t>A quick cricket quiz. A shared team story.</a:t>
            </a:r>
          </a:p>
        </p:txBody>
      </p:sp>
      <p:sp>
        <p:nvSpPr>
          <p:cNvPr id="4" name="body">
            <a:extLst xmlns:a="http://schemas.openxmlformats.org/drawingml/2006/main">
              <a:ext uri="{FF2B5EF4-FFF2-40B4-BE49-F238E27FC236}">
                <a16:creationId xmlns:a16="http://schemas.microsoft.com/office/drawing/2014/main" id="{84653149-D1DC-485C-AE0E-509CD03829B4}"/>
              </a:ext>
            </a:extLst>
          </p:cNvPr>
          <p:cNvSpPr>
            <a:spLocks xmlns:a="http://schemas.openxmlformats.org/drawingml/2006/main" noGrp="1"/>
          </p:cNvSpPr>
          <p:nvPr/>
        </p:nvSpPr>
        <p:spPr>
          <a:xfrm xmlns:a="http://schemas.openxmlformats.org/drawingml/2006/main">
            <a:off x="609600" y="4286250"/>
            <a:ext cx="5143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F7F1E6"/>
                </a:solidFill>
                <a:latin typeface="DejaVu Sans"/>
                <a:ea typeface="DejaVu Sans"/>
                <a:cs typeface="DejaVu Sans"/>
              </a:defRPr>
            </a:defPPr>
            <a:lvl1pPr>
              <a:defRPr sz="1725" b="0">
                <a:solidFill>
                  <a:srgbClr val="F7F1E6"/>
                </a:solidFill>
                <a:latin typeface="DejaVu Sans"/>
                <a:ea typeface="DejaVu Sans"/>
                <a:cs typeface="DejaVu Sans"/>
              </a:defRPr>
            </a:lvl1pPr>
            <a:lvl2pPr>
              <a:defRPr sz="1725" b="0">
                <a:solidFill>
                  <a:srgbClr val="F7F1E6"/>
                </a:solidFill>
                <a:latin typeface="DejaVu Sans"/>
                <a:ea typeface="DejaVu Sans"/>
                <a:cs typeface="DejaVu Sans"/>
              </a:defRPr>
            </a:lvl2pPr>
            <a:lvl3pPr>
              <a:defRPr sz="1725" b="0">
                <a:solidFill>
                  <a:srgbClr val="F7F1E6"/>
                </a:solidFill>
                <a:latin typeface="DejaVu Sans"/>
                <a:ea typeface="DejaVu Sans"/>
                <a:cs typeface="DejaVu Sans"/>
              </a:defRPr>
            </a:lvl3pPr>
            <a:lvl4pPr>
              <a:defRPr sz="1725" b="0">
                <a:solidFill>
                  <a:srgbClr val="F7F1E6"/>
                </a:solidFill>
                <a:latin typeface="DejaVu Sans"/>
                <a:ea typeface="DejaVu Sans"/>
                <a:cs typeface="DejaVu Sans"/>
              </a:defRPr>
            </a:lvl4pPr>
            <a:lvl5pPr>
              <a:defRPr sz="1725" b="0">
                <a:solidFill>
                  <a:srgbClr val="F7F1E6"/>
                </a:solidFill>
                <a:latin typeface="DejaVu Sans"/>
                <a:ea typeface="DejaVu Sans"/>
                <a:cs typeface="DejaVu Sans"/>
              </a:defRPr>
            </a:lvl5pPr>
            <a:lvl6pPr>
              <a:defRPr sz="1725" b="0">
                <a:solidFill>
                  <a:srgbClr val="F7F1E6"/>
                </a:solidFill>
                <a:latin typeface="DejaVu Sans"/>
                <a:ea typeface="DejaVu Sans"/>
                <a:cs typeface="DejaVu Sans"/>
              </a:defRPr>
            </a:lvl6pPr>
            <a:lvl7pPr>
              <a:defRPr sz="1725" b="0">
                <a:solidFill>
                  <a:srgbClr val="F7F1E6"/>
                </a:solidFill>
                <a:latin typeface="DejaVu Sans"/>
                <a:ea typeface="DejaVu Sans"/>
                <a:cs typeface="DejaVu Sans"/>
              </a:defRPr>
            </a:lvl7pPr>
            <a:lvl8pPr>
              <a:defRPr sz="1725" b="0">
                <a:solidFill>
                  <a:srgbClr val="F7F1E6"/>
                </a:solidFill>
                <a:latin typeface="DejaVu Sans"/>
                <a:ea typeface="DejaVu Sans"/>
                <a:cs typeface="DejaVu Sans"/>
              </a:defRPr>
            </a:lvl8pPr>
            <a:lvl9pPr>
              <a:defRPr sz="1725" b="0">
                <a:solidFill>
                  <a:srgbClr val="F7F1E6"/>
                </a:solidFill>
                <a:latin typeface="DejaVu Sans"/>
                <a:ea typeface="DejaVu Sans"/>
                <a:cs typeface="DejaVu Sans"/>
              </a:defRPr>
            </a:lvl9pPr>
          </a:lstStyle>
          <a:p xmlns:a="http://schemas.openxmlformats.org/drawingml/2006/main">
            <a:pPr>
              <a:defRPr sz="1725" b="0">
                <a:solidFill>
                  <a:srgbClr val="F7F1E6"/>
                </a:solidFill>
                <a:latin typeface="DejaVu Sans"/>
                <a:ea typeface="DejaVu Sans"/>
                <a:cs typeface="DejaVu Sans"/>
              </a:defRPr>
            </a:pPr>
            <a:r>
              <a:rPr sz="1725" b="0">
                <a:solidFill>
                  <a:srgbClr val="F7F1E6"/>
                </a:solidFill>
                <a:latin typeface="DejaVu Sans"/>
                <a:ea typeface="DejaVu Sans"/>
                <a:cs typeface="DejaVu Sans"/>
              </a:rPr>
              <a:t>Mobile-first cricket trivia with solo overs, club rivalries and a reason to meet again.</a:t>
            </a:r>
          </a:p>
        </p:txBody>
      </p:sp>
      <p:pic>
        <p:nvPicPr>
          <p:cNvPr id="5" name="">
            <a:extLst xmlns:a="http://schemas.openxmlformats.org/drawingml/2006/main">
              <a:ext uri="{FF2B5EF4-FFF2-40B4-BE49-F238E27FC236}">
                <a16:creationId xmlns:a16="http://schemas.microsoft.com/office/drawing/2014/main" id="{AA2F95EB-40C0-47AA-A926-81DB22CED75B}"/>
              </a:ext>
            </a:extLst>
          </p:cNvPr>
          <p:cNvPicPr>
            <a:picLocks xmlns:a="http://schemas.openxmlformats.org/drawingml/2006/main" noChangeAspect="1"/>
          </p:cNvPicPr>
          <p:nvPr/>
        </p:nvPicPr>
        <p:blipFill>
          <a:blip xmlns:r="http://schemas.openxmlformats.org/officeDocument/2006/relationships" xmlns:a="http://schemas.openxmlformats.org/drawingml/2006/main" r:embed="R9e81567c044f4f3b"/>
          <a:srcRect xmlns:a="http://schemas.openxmlformats.org/drawingml/2006/main" l="0" t="2378" r="0" b="2378"/>
          <a:stretch xmlns:a="http://schemas.openxmlformats.org/drawingml/2006/main">
            <a:fillRect l="0" t="0" r="0" b="0"/>
          </a:stretch>
        </p:blipFill>
        <p:spPr>
          <a:xfrm xmlns:a="http://schemas.openxmlformats.org/drawingml/2006/main">
            <a:off x="6381750" y="952500"/>
            <a:ext cx="5200364" cy="495300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30096D8F-0E1D-466F-B685-546A74AC8494}"/>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C8D8D5"/>
                </a:solidFill>
                <a:latin typeface="DejaVu Sans"/>
                <a:ea typeface="DejaVu Sans"/>
                <a:cs typeface="DejaVu Sans"/>
              </a:defRPr>
            </a:defPPr>
            <a:lvl1pPr>
              <a:defRPr sz="975" b="0">
                <a:solidFill>
                  <a:srgbClr val="C8D8D5"/>
                </a:solidFill>
                <a:latin typeface="DejaVu Sans"/>
                <a:ea typeface="DejaVu Sans"/>
                <a:cs typeface="DejaVu Sans"/>
              </a:defRPr>
            </a:lvl1pPr>
            <a:lvl2pPr>
              <a:defRPr sz="975" b="0">
                <a:solidFill>
                  <a:srgbClr val="C8D8D5"/>
                </a:solidFill>
                <a:latin typeface="DejaVu Sans"/>
                <a:ea typeface="DejaVu Sans"/>
                <a:cs typeface="DejaVu Sans"/>
              </a:defRPr>
            </a:lvl2pPr>
            <a:lvl3pPr>
              <a:defRPr sz="975" b="0">
                <a:solidFill>
                  <a:srgbClr val="C8D8D5"/>
                </a:solidFill>
                <a:latin typeface="DejaVu Sans"/>
                <a:ea typeface="DejaVu Sans"/>
                <a:cs typeface="DejaVu Sans"/>
              </a:defRPr>
            </a:lvl3pPr>
            <a:lvl4pPr>
              <a:defRPr sz="975" b="0">
                <a:solidFill>
                  <a:srgbClr val="C8D8D5"/>
                </a:solidFill>
                <a:latin typeface="DejaVu Sans"/>
                <a:ea typeface="DejaVu Sans"/>
                <a:cs typeface="DejaVu Sans"/>
              </a:defRPr>
            </a:lvl4pPr>
            <a:lvl5pPr>
              <a:defRPr sz="975" b="0">
                <a:solidFill>
                  <a:srgbClr val="C8D8D5"/>
                </a:solidFill>
                <a:latin typeface="DejaVu Sans"/>
                <a:ea typeface="DejaVu Sans"/>
                <a:cs typeface="DejaVu Sans"/>
              </a:defRPr>
            </a:lvl5pPr>
            <a:lvl6pPr>
              <a:defRPr sz="975" b="0">
                <a:solidFill>
                  <a:srgbClr val="C8D8D5"/>
                </a:solidFill>
                <a:latin typeface="DejaVu Sans"/>
                <a:ea typeface="DejaVu Sans"/>
                <a:cs typeface="DejaVu Sans"/>
              </a:defRPr>
            </a:lvl6pPr>
            <a:lvl7pPr>
              <a:defRPr sz="975" b="0">
                <a:solidFill>
                  <a:srgbClr val="C8D8D5"/>
                </a:solidFill>
                <a:latin typeface="DejaVu Sans"/>
                <a:ea typeface="DejaVu Sans"/>
                <a:cs typeface="DejaVu Sans"/>
              </a:defRPr>
            </a:lvl7pPr>
            <a:lvl8pPr>
              <a:defRPr sz="975" b="0">
                <a:solidFill>
                  <a:srgbClr val="C8D8D5"/>
                </a:solidFill>
                <a:latin typeface="DejaVu Sans"/>
                <a:ea typeface="DejaVu Sans"/>
                <a:cs typeface="DejaVu Sans"/>
              </a:defRPr>
            </a:lvl8pPr>
            <a:lvl9pPr>
              <a:defRPr sz="975" b="0">
                <a:solidFill>
                  <a:srgbClr val="C8D8D5"/>
                </a:solidFill>
                <a:latin typeface="DejaVu Sans"/>
                <a:ea typeface="DejaVu Sans"/>
                <a:cs typeface="DejaVu Sans"/>
              </a:defRPr>
            </a:lvl9pPr>
          </a:lstStyle>
          <a:p xmlns:a="http://schemas.openxmlformats.org/drawingml/2006/main">
            <a:pPr>
              <a:defRPr sz="975" b="0">
                <a:solidFill>
                  <a:srgbClr val="C8D8D5"/>
                </a:solidFill>
                <a:latin typeface="DejaVu Sans"/>
                <a:ea typeface="DejaVu Sans"/>
                <a:cs typeface="DejaVu Sans"/>
              </a:defRPr>
            </a:pPr>
            <a:r>
              <a:rPr sz="975" b="0">
                <a:solidFill>
                  <a:srgbClr val="C8D8D5"/>
                </a:solidFill>
                <a:latin typeface="DejaVu Sans"/>
                <a:ea typeface="DejaVu Sans"/>
                <a:cs typeface="DejaVu Sans"/>
              </a:rPr>
              <a:t>JHK · CLUB CRICKET</a:t>
            </a:r>
          </a:p>
        </p:txBody>
      </p:sp>
      <p:sp>
        <p:nvSpPr>
          <p:cNvPr id="7" name="folio">
            <a:extLst xmlns:a="http://schemas.openxmlformats.org/drawingml/2006/main">
              <a:ext uri="{FF2B5EF4-FFF2-40B4-BE49-F238E27FC236}">
                <a16:creationId xmlns:a16="http://schemas.microsoft.com/office/drawing/2014/main" id="{361CECAA-651B-46CC-BAEE-75467431A37F}"/>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C8D8D5"/>
                </a:solidFill>
                <a:latin typeface="DejaVu Sans"/>
                <a:ea typeface="DejaVu Sans"/>
                <a:cs typeface="DejaVu Sans"/>
              </a:defRPr>
            </a:defPPr>
            <a:lvl1pPr>
              <a:defRPr sz="975" b="0">
                <a:solidFill>
                  <a:srgbClr val="C8D8D5"/>
                </a:solidFill>
                <a:latin typeface="DejaVu Sans"/>
                <a:ea typeface="DejaVu Sans"/>
                <a:cs typeface="DejaVu Sans"/>
              </a:defRPr>
            </a:lvl1pPr>
            <a:lvl2pPr>
              <a:defRPr sz="975" b="0">
                <a:solidFill>
                  <a:srgbClr val="C8D8D5"/>
                </a:solidFill>
                <a:latin typeface="DejaVu Sans"/>
                <a:ea typeface="DejaVu Sans"/>
                <a:cs typeface="DejaVu Sans"/>
              </a:defRPr>
            </a:lvl2pPr>
            <a:lvl3pPr>
              <a:defRPr sz="975" b="0">
                <a:solidFill>
                  <a:srgbClr val="C8D8D5"/>
                </a:solidFill>
                <a:latin typeface="DejaVu Sans"/>
                <a:ea typeface="DejaVu Sans"/>
                <a:cs typeface="DejaVu Sans"/>
              </a:defRPr>
            </a:lvl3pPr>
            <a:lvl4pPr>
              <a:defRPr sz="975" b="0">
                <a:solidFill>
                  <a:srgbClr val="C8D8D5"/>
                </a:solidFill>
                <a:latin typeface="DejaVu Sans"/>
                <a:ea typeface="DejaVu Sans"/>
                <a:cs typeface="DejaVu Sans"/>
              </a:defRPr>
            </a:lvl4pPr>
            <a:lvl5pPr>
              <a:defRPr sz="975" b="0">
                <a:solidFill>
                  <a:srgbClr val="C8D8D5"/>
                </a:solidFill>
                <a:latin typeface="DejaVu Sans"/>
                <a:ea typeface="DejaVu Sans"/>
                <a:cs typeface="DejaVu Sans"/>
              </a:defRPr>
            </a:lvl5pPr>
            <a:lvl6pPr>
              <a:defRPr sz="975" b="0">
                <a:solidFill>
                  <a:srgbClr val="C8D8D5"/>
                </a:solidFill>
                <a:latin typeface="DejaVu Sans"/>
                <a:ea typeface="DejaVu Sans"/>
                <a:cs typeface="DejaVu Sans"/>
              </a:defRPr>
            </a:lvl6pPr>
            <a:lvl7pPr>
              <a:defRPr sz="975" b="0">
                <a:solidFill>
                  <a:srgbClr val="C8D8D5"/>
                </a:solidFill>
                <a:latin typeface="DejaVu Sans"/>
                <a:ea typeface="DejaVu Sans"/>
                <a:cs typeface="DejaVu Sans"/>
              </a:defRPr>
            </a:lvl7pPr>
            <a:lvl8pPr>
              <a:defRPr sz="975" b="0">
                <a:solidFill>
                  <a:srgbClr val="C8D8D5"/>
                </a:solidFill>
                <a:latin typeface="DejaVu Sans"/>
                <a:ea typeface="DejaVu Sans"/>
                <a:cs typeface="DejaVu Sans"/>
              </a:defRPr>
            </a:lvl8pPr>
            <a:lvl9pPr>
              <a:defRPr sz="975" b="0">
                <a:solidFill>
                  <a:srgbClr val="C8D8D5"/>
                </a:solidFill>
                <a:latin typeface="DejaVu Sans"/>
                <a:ea typeface="DejaVu Sans"/>
                <a:cs typeface="DejaVu Sans"/>
              </a:defRPr>
            </a:lvl9pPr>
          </a:lstStyle>
          <a:p xmlns:a="http://schemas.openxmlformats.org/drawingml/2006/main">
            <a:pPr>
              <a:defRPr sz="975" b="0">
                <a:solidFill>
                  <a:srgbClr val="C8D8D5"/>
                </a:solidFill>
                <a:latin typeface="DejaVu Sans"/>
                <a:ea typeface="DejaVu Sans"/>
                <a:cs typeface="DejaVu Sans"/>
              </a:defRPr>
            </a:pPr>
            <a:r>
              <a:rPr sz="975" b="0">
                <a:solidFill>
                  <a:srgbClr val="C8D8D5"/>
                </a:solidFill>
                <a:latin typeface="DejaVu Sans"/>
                <a:ea typeface="DejaVu Sans"/>
                <a:cs typeface="DejaVu Sans"/>
              </a:rPr>
              <a:t>1</a:t>
            </a:r>
          </a:p>
        </p:txBody>
      </p:sp>
    </p:spTree>
    <p:extLst>
      <p:ext uri="{BB962C8B-B14F-4D97-AF65-F5344CB8AC3E}">
        <p14:creationId xmlns:p14="http://schemas.microsoft.com/office/powerpoint/2010/main" val="767067991"/>
      </p:ext>
    </p:extLst>
  </p:cSld>
</p:sld>
</file>

<file path=ppt/slides/slide2.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18707A4-5507-4069-A21F-CF2AC58EBC1C}"/>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THE PLAYER NEED</a:t>
            </a:r>
          </a:p>
        </p:txBody>
      </p:sp>
      <p:sp>
        <p:nvSpPr>
          <p:cNvPr id="2" name="title">
            <a:extLst xmlns:a="http://schemas.openxmlformats.org/drawingml/2006/main">
              <a:ext uri="{FF2B5EF4-FFF2-40B4-BE49-F238E27FC236}">
                <a16:creationId xmlns:a16="http://schemas.microsoft.com/office/drawing/2014/main" id="{63515E97-44E3-4AEE-8130-56FA06C7C2A7}"/>
              </a:ext>
            </a:extLst>
          </p:cNvPr>
          <p:cNvSpPr>
            <a:spLocks xmlns:a="http://schemas.openxmlformats.org/drawingml/2006/main" noGrp="1"/>
          </p:cNvSpPr>
          <p:nvPr/>
        </p:nvSpPr>
        <p:spPr>
          <a:xfrm xmlns:a="http://schemas.openxmlformats.org/drawingml/2006/main">
            <a:off x="609600" y="990600"/>
            <a:ext cx="5953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A quick game can start a lasting rivalry.</a:t>
            </a:r>
          </a:p>
        </p:txBody>
      </p:sp>
      <p:sp>
        <p:nvSpPr>
          <p:cNvPr id="3" name="subtitle">
            <a:extLst xmlns:a="http://schemas.openxmlformats.org/drawingml/2006/main">
              <a:ext uri="{FF2B5EF4-FFF2-40B4-BE49-F238E27FC236}">
                <a16:creationId xmlns:a16="http://schemas.microsoft.com/office/drawing/2014/main" id="{B6CDC534-90D3-4584-AB13-D169ECBB637F}"/>
              </a:ext>
            </a:extLst>
          </p:cNvPr>
          <p:cNvSpPr>
            <a:spLocks xmlns:a="http://schemas.openxmlformats.org/drawingml/2006/main" noGrp="1"/>
          </p:cNvSpPr>
          <p:nvPr/>
        </p:nvSpPr>
        <p:spPr>
          <a:xfrm xmlns:a="http://schemas.openxmlformats.org/drawingml/2006/main">
            <a:off x="609600" y="2714625"/>
            <a:ext cx="571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2C35"/>
                </a:solidFill>
                <a:latin typeface="DejaVu Sans"/>
                <a:ea typeface="DejaVu Sans"/>
                <a:cs typeface="DejaVu Sans"/>
              </a:defRPr>
            </a:defPPr>
            <a:lvl1pPr>
              <a:defRPr sz="2100" b="0">
                <a:solidFill>
                  <a:srgbClr val="122C35"/>
                </a:solidFill>
                <a:latin typeface="DejaVu Sans"/>
                <a:ea typeface="DejaVu Sans"/>
                <a:cs typeface="DejaVu Sans"/>
              </a:defRPr>
            </a:lvl1pPr>
            <a:lvl2pPr>
              <a:defRPr sz="2100" b="0">
                <a:solidFill>
                  <a:srgbClr val="122C35"/>
                </a:solidFill>
                <a:latin typeface="DejaVu Sans"/>
                <a:ea typeface="DejaVu Sans"/>
                <a:cs typeface="DejaVu Sans"/>
              </a:defRPr>
            </a:lvl2pPr>
            <a:lvl3pPr>
              <a:defRPr sz="2100" b="0">
                <a:solidFill>
                  <a:srgbClr val="122C35"/>
                </a:solidFill>
                <a:latin typeface="DejaVu Sans"/>
                <a:ea typeface="DejaVu Sans"/>
                <a:cs typeface="DejaVu Sans"/>
              </a:defRPr>
            </a:lvl3pPr>
            <a:lvl4pPr>
              <a:defRPr sz="2100" b="0">
                <a:solidFill>
                  <a:srgbClr val="122C35"/>
                </a:solidFill>
                <a:latin typeface="DejaVu Sans"/>
                <a:ea typeface="DejaVu Sans"/>
                <a:cs typeface="DejaVu Sans"/>
              </a:defRPr>
            </a:lvl4pPr>
            <a:lvl5pPr>
              <a:defRPr sz="2100" b="0">
                <a:solidFill>
                  <a:srgbClr val="122C35"/>
                </a:solidFill>
                <a:latin typeface="DejaVu Sans"/>
                <a:ea typeface="DejaVu Sans"/>
                <a:cs typeface="DejaVu Sans"/>
              </a:defRPr>
            </a:lvl5pPr>
            <a:lvl6pPr>
              <a:defRPr sz="2100" b="0">
                <a:solidFill>
                  <a:srgbClr val="122C35"/>
                </a:solidFill>
                <a:latin typeface="DejaVu Sans"/>
                <a:ea typeface="DejaVu Sans"/>
                <a:cs typeface="DejaVu Sans"/>
              </a:defRPr>
            </a:lvl6pPr>
            <a:lvl7pPr>
              <a:defRPr sz="2100" b="0">
                <a:solidFill>
                  <a:srgbClr val="122C35"/>
                </a:solidFill>
                <a:latin typeface="DejaVu Sans"/>
                <a:ea typeface="DejaVu Sans"/>
                <a:cs typeface="DejaVu Sans"/>
              </a:defRPr>
            </a:lvl7pPr>
            <a:lvl8pPr>
              <a:defRPr sz="2100" b="0">
                <a:solidFill>
                  <a:srgbClr val="122C35"/>
                </a:solidFill>
                <a:latin typeface="DejaVu Sans"/>
                <a:ea typeface="DejaVu Sans"/>
                <a:cs typeface="DejaVu Sans"/>
              </a:defRPr>
            </a:lvl8pPr>
            <a:lvl9pPr>
              <a:defRPr sz="2100" b="0">
                <a:solidFill>
                  <a:srgbClr val="122C35"/>
                </a:solidFill>
                <a:latin typeface="DejaVu Sans"/>
                <a:ea typeface="DejaVu Sans"/>
                <a:cs typeface="DejaVu Sans"/>
              </a:defRPr>
            </a:lvl9pPr>
          </a:lstStyle>
          <a:p xmlns:a="http://schemas.openxmlformats.org/drawingml/2006/main">
            <a:pPr>
              <a:defRPr sz="2100" b="0">
                <a:solidFill>
                  <a:srgbClr val="122C35"/>
                </a:solidFill>
                <a:latin typeface="DejaVu Sans"/>
                <a:ea typeface="DejaVu Sans"/>
                <a:cs typeface="DejaVu Sans"/>
              </a:defRPr>
            </a:pPr>
            <a:r>
              <a:rPr sz="2100" b="0">
                <a:solidFill>
                  <a:srgbClr val="122C35"/>
                </a:solidFill>
                <a:latin typeface="DejaVu Sans"/>
                <a:ea typeface="DejaVu Sans"/>
                <a:cs typeface="DejaVu Sans"/>
              </a:rPr>
              <a:t>The hypothesis: friends make the next match meaningful.</a:t>
            </a:r>
          </a:p>
        </p:txBody>
      </p:sp>
      <p:sp>
        <p:nvSpPr>
          <p:cNvPr id="4" name="body">
            <a:extLst xmlns:a="http://schemas.openxmlformats.org/drawingml/2006/main">
              <a:ext uri="{FF2B5EF4-FFF2-40B4-BE49-F238E27FC236}">
                <a16:creationId xmlns:a16="http://schemas.microsoft.com/office/drawing/2014/main" id="{9EC3EC01-8667-4588-A6C9-773D93E50D9A}"/>
              </a:ext>
            </a:extLst>
          </p:cNvPr>
          <p:cNvSpPr>
            <a:spLocks xmlns:a="http://schemas.openxmlformats.org/drawingml/2006/main" noGrp="1"/>
          </p:cNvSpPr>
          <p:nvPr/>
        </p:nvSpPr>
        <p:spPr>
          <a:xfrm xmlns:a="http://schemas.openxmlformats.org/drawingml/2006/main">
            <a:off x="609600" y="3667125"/>
            <a:ext cx="5715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Start with a short, understandable over.</a:t>
            </a:r>
          </a:p>
          <a:p xmlns:a="http://schemas.openxmlformats.org/drawingml/2006/main">
            <a:r>
              <a:t/>
            </a:r>
          </a:p>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Give every player a club identity and a useful role.</a:t>
            </a:r>
          </a:p>
          <a:p xmlns:a="http://schemas.openxmlformats.org/drawingml/2006/main">
            <a:r>
              <a:t/>
            </a:r>
          </a:p>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End with a result to share and a next match they choose.</a:t>
            </a:r>
          </a:p>
        </p:txBody>
      </p:sp>
      <p:pic>
        <p:nvPicPr>
          <p:cNvPr id="5" name="">
            <a:extLst xmlns:a="http://schemas.openxmlformats.org/drawingml/2006/main">
              <a:ext uri="{FF2B5EF4-FFF2-40B4-BE49-F238E27FC236}">
                <a16:creationId xmlns:a16="http://schemas.microsoft.com/office/drawing/2014/main" id="{A843D061-767C-48AC-9C72-F5034B2F2515}"/>
              </a:ext>
            </a:extLst>
          </p:cNvPr>
          <p:cNvPicPr>
            <a:picLocks xmlns:a="http://schemas.openxmlformats.org/drawingml/2006/main" noChangeAspect="1"/>
          </p:cNvPicPr>
          <p:nvPr/>
        </p:nvPicPr>
        <p:blipFill>
          <a:blip xmlns:r="http://schemas.openxmlformats.org/officeDocument/2006/relationships" xmlns:a="http://schemas.openxmlformats.org/drawingml/2006/main" r:embed="Rd0b0d89d91614864"/>
          <a:srcRect xmlns:a="http://schemas.openxmlformats.org/drawingml/2006/main" l="17467" t="0" r="17467" b="0"/>
          <a:stretch xmlns:a="http://schemas.openxmlformats.org/drawingml/2006/main">
            <a:fillRect l="0" t="0" r="0" b="0"/>
          </a:stretch>
        </p:blipFill>
        <p:spPr>
          <a:xfrm xmlns:a="http://schemas.openxmlformats.org/drawingml/2006/main">
            <a:off x="6924675" y="1057275"/>
            <a:ext cx="4657439" cy="4772025"/>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5B28958E-DE05-4D39-9F49-7AD4739D123B}"/>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7" name="folio">
            <a:extLst xmlns:a="http://schemas.openxmlformats.org/drawingml/2006/main">
              <a:ext uri="{FF2B5EF4-FFF2-40B4-BE49-F238E27FC236}">
                <a16:creationId xmlns:a16="http://schemas.microsoft.com/office/drawing/2014/main" id="{F2B9DB84-7CFF-4238-B5A3-ACF97555C6F9}"/>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2</a:t>
            </a:r>
          </a:p>
        </p:txBody>
      </p:sp>
    </p:spTree>
    <p:extLst>
      <p:ext uri="{BB962C8B-B14F-4D97-AF65-F5344CB8AC3E}">
        <p14:creationId xmlns:p14="http://schemas.microsoft.com/office/powerpoint/2010/main" val="1116851676"/>
      </p:ext>
    </p:extLst>
  </p:cSld>
</p:sld>
</file>

<file path=ppt/slides/slide3.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C37107D4-10D3-42E7-80F1-3F5820942AF1}"/>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THE CLUB</a:t>
            </a:r>
          </a:p>
        </p:txBody>
      </p:sp>
      <p:sp>
        <p:nvSpPr>
          <p:cNvPr id="2" name="title">
            <a:extLst xmlns:a="http://schemas.openxmlformats.org/drawingml/2006/main">
              <a:ext uri="{FF2B5EF4-FFF2-40B4-BE49-F238E27FC236}">
                <a16:creationId xmlns:a16="http://schemas.microsoft.com/office/drawing/2014/main" id="{D3F22D09-F31D-412F-B2F7-BC083B4D1EE5}"/>
              </a:ext>
            </a:extLst>
          </p:cNvPr>
          <p:cNvSpPr>
            <a:spLocks xmlns:a="http://schemas.openxmlformats.org/drawingml/2006/main" noGrp="1"/>
          </p:cNvSpPr>
          <p:nvPr/>
        </p:nvSpPr>
        <p:spPr>
          <a:xfrm xmlns:a="http://schemas.openxmlformats.org/drawingml/2006/main">
            <a:off x="609600" y="1000125"/>
            <a:ext cx="10963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22 belong. 5 or 11 take the field.</a:t>
            </a:r>
          </a:p>
        </p:txBody>
      </p:sp>
      <p:sp>
        <p:nvSpPr>
          <p:cNvPr id="3" name="subtitle">
            <a:extLst xmlns:a="http://schemas.openxmlformats.org/drawingml/2006/main">
              <a:ext uri="{FF2B5EF4-FFF2-40B4-BE49-F238E27FC236}">
                <a16:creationId xmlns:a16="http://schemas.microsoft.com/office/drawing/2014/main" id="{38B1E7A2-6A66-4E4D-B99C-C101DA2BB501}"/>
              </a:ext>
            </a:extLst>
          </p:cNvPr>
          <p:cNvSpPr>
            <a:spLocks xmlns:a="http://schemas.openxmlformats.org/drawingml/2006/main" noGrp="1"/>
          </p:cNvSpPr>
          <p:nvPr/>
        </p:nvSpPr>
        <p:spPr>
          <a:xfrm xmlns:a="http://schemas.openxmlformats.org/drawingml/2006/main">
            <a:off x="609600" y="18383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2C35"/>
                </a:solidFill>
                <a:latin typeface="DejaVu Sans"/>
                <a:ea typeface="DejaVu Sans"/>
                <a:cs typeface="DejaVu Sans"/>
              </a:defRPr>
            </a:defPPr>
            <a:lvl1pPr>
              <a:defRPr sz="2025" b="0">
                <a:solidFill>
                  <a:srgbClr val="122C35"/>
                </a:solidFill>
                <a:latin typeface="DejaVu Sans"/>
                <a:ea typeface="DejaVu Sans"/>
                <a:cs typeface="DejaVu Sans"/>
              </a:defRPr>
            </a:lvl1pPr>
            <a:lvl2pPr>
              <a:defRPr sz="2025" b="0">
                <a:solidFill>
                  <a:srgbClr val="122C35"/>
                </a:solidFill>
                <a:latin typeface="DejaVu Sans"/>
                <a:ea typeface="DejaVu Sans"/>
                <a:cs typeface="DejaVu Sans"/>
              </a:defRPr>
            </a:lvl2pPr>
            <a:lvl3pPr>
              <a:defRPr sz="2025" b="0">
                <a:solidFill>
                  <a:srgbClr val="122C35"/>
                </a:solidFill>
                <a:latin typeface="DejaVu Sans"/>
                <a:ea typeface="DejaVu Sans"/>
                <a:cs typeface="DejaVu Sans"/>
              </a:defRPr>
            </a:lvl3pPr>
            <a:lvl4pPr>
              <a:defRPr sz="2025" b="0">
                <a:solidFill>
                  <a:srgbClr val="122C35"/>
                </a:solidFill>
                <a:latin typeface="DejaVu Sans"/>
                <a:ea typeface="DejaVu Sans"/>
                <a:cs typeface="DejaVu Sans"/>
              </a:defRPr>
            </a:lvl4pPr>
            <a:lvl5pPr>
              <a:defRPr sz="2025" b="0">
                <a:solidFill>
                  <a:srgbClr val="122C35"/>
                </a:solidFill>
                <a:latin typeface="DejaVu Sans"/>
                <a:ea typeface="DejaVu Sans"/>
                <a:cs typeface="DejaVu Sans"/>
              </a:defRPr>
            </a:lvl5pPr>
            <a:lvl6pPr>
              <a:defRPr sz="2025" b="0">
                <a:solidFill>
                  <a:srgbClr val="122C35"/>
                </a:solidFill>
                <a:latin typeface="DejaVu Sans"/>
                <a:ea typeface="DejaVu Sans"/>
                <a:cs typeface="DejaVu Sans"/>
              </a:defRPr>
            </a:lvl6pPr>
            <a:lvl7pPr>
              <a:defRPr sz="2025" b="0">
                <a:solidFill>
                  <a:srgbClr val="122C35"/>
                </a:solidFill>
                <a:latin typeface="DejaVu Sans"/>
                <a:ea typeface="DejaVu Sans"/>
                <a:cs typeface="DejaVu Sans"/>
              </a:defRPr>
            </a:lvl7pPr>
            <a:lvl8pPr>
              <a:defRPr sz="2025" b="0">
                <a:solidFill>
                  <a:srgbClr val="122C35"/>
                </a:solidFill>
                <a:latin typeface="DejaVu Sans"/>
                <a:ea typeface="DejaVu Sans"/>
                <a:cs typeface="DejaVu Sans"/>
              </a:defRPr>
            </a:lvl8pPr>
            <a:lvl9pPr>
              <a:defRPr sz="2025" b="0">
                <a:solidFill>
                  <a:srgbClr val="122C35"/>
                </a:solidFill>
                <a:latin typeface="DejaVu Sans"/>
                <a:ea typeface="DejaVu Sans"/>
                <a:cs typeface="DejaVu Sans"/>
              </a:defRPr>
            </a:lvl9pPr>
          </a:lstStyle>
          <a:p xmlns:a="http://schemas.openxmlformats.org/drawingml/2006/main">
            <a:pPr>
              <a:defRPr sz="2025" b="0">
                <a:solidFill>
                  <a:srgbClr val="122C35"/>
                </a:solidFill>
                <a:latin typeface="DejaVu Sans"/>
                <a:ea typeface="DejaVu Sans"/>
                <a:cs typeface="DejaVu Sans"/>
              </a:defRPr>
            </a:pPr>
            <a:r>
              <a:rPr sz="2025" b="0">
                <a:solidFill>
                  <a:srgbClr val="122C35"/>
                </a:solidFill>
                <a:latin typeface="DejaVu Sans"/>
                <a:ea typeface="DejaVu Sans"/>
                <a:cs typeface="DejaVu Sans"/>
              </a:rPr>
              <a:t>The club roster is bigger than the playing side.</a:t>
            </a:r>
          </a:p>
        </p:txBody>
      </p:sp>
      <p:graphicFrame>
        <p:nvGraphicFramePr>
          <p:cNvPr id="4" name="">
            <a:extLst xmlns:a="http://schemas.openxmlformats.org/drawingml/2006/main">
              <a:ext uri="{FF2B5EF4-FFF2-40B4-BE49-F238E27FC236}">
                <a16:creationId xmlns:a16="http://schemas.microsoft.com/office/drawing/2014/main" id="{E0277FBC-64F2-45DC-9383-D6CFB8C2CB1C}"/>
              </a:ext>
            </a:extLst>
          </p:cNvPr>
          <p:cNvGraphicFramePr/>
          <p:nvPr/>
        </p:nvGraphicFramePr>
        <p:xfrm>
          <a:off xmlns:a="http://schemas.openxmlformats.org/drawingml/2006/main" x="609600" y="2667000"/>
          <a:ext xmlns:a="http://schemas.openxmlformats.org/drawingml/2006/main" cx="10972514" cy="2381250"/>
        </p:xfrm>
        <a:graphic xmlns:a="http://schemas.openxmlformats.org/drawingml/2006/main">
          <a:graphicData uri="http://schemas.openxmlformats.org/drawingml/2006/table">
            <a:tbl>
              <a:tblPr/>
              <a:tblGrid>
                <a:gridCol w="3657505"/>
                <a:gridCol w="3657505"/>
                <a:gridCol w="3657505"/>
              </a:tblGrid>
              <a:tr h="793750">
                <a:tc>
                  <a:txBody>
                    <a:bodyPr/>
                    <a:lstStyle/>
                    <a:p>
                      <a:r>
                        <a:rPr sz="1500" b="1">
                          <a:solidFill>
                            <a:srgbClr val="F7F1E6"/>
                          </a:solidFill>
                          <a:latin typeface="DejaVu Sans"/>
                          <a:ea typeface="DejaVu Sans"/>
                          <a:cs typeface="DejaVu Sans"/>
                        </a:rPr>
                        <a:t>Format</a:t>
                      </a:r>
                    </a:p>
                  </a:txBody>
                  <a:tcPr marL="91440" marR="91440" marT="45720" marB="45720">
                    <a:lnL w="9525">
                      <a:solidFill>
                        <a:srgbClr val="CCD1C8"/>
                      </a:solidFill>
                      <a:prstDash val="solid"/>
                    </a:lnL>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c>
                  <a:txBody>
                    <a:bodyPr/>
                    <a:lstStyle/>
                    <a:p>
                      <a:r>
                        <a:rPr sz="1500" b="1">
                          <a:solidFill>
                            <a:srgbClr val="F7F1E6"/>
                          </a:solidFill>
                          <a:latin typeface="DejaVu Sans"/>
                          <a:ea typeface="DejaVu Sans"/>
                          <a:cs typeface="DejaVu Sans"/>
                        </a:rPr>
                        <a:t>Playing side</a:t>
                      </a:r>
                    </a:p>
                  </a:txBody>
                  <a:tcPr marL="91440" marR="91440" marT="45720" marB="45720">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c>
                  <a:txBody>
                    <a:bodyPr/>
                    <a:lstStyle/>
                    <a:p>
                      <a:r>
                        <a:rPr sz="1500" b="1">
                          <a:solidFill>
                            <a:srgbClr val="F7F1E6"/>
                          </a:solidFill>
                          <a:latin typeface="DejaVu Sans"/>
                          <a:ea typeface="DejaVu Sans"/>
                          <a:cs typeface="DejaVu Sans"/>
                        </a:rPr>
                        <a:t>Reserve places</a:t>
                      </a:r>
                    </a:p>
                  </a:txBody>
                  <a:tcPr marL="91440" marR="91440" marT="45720" marB="45720">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r>
              <a:tr h="793750">
                <a:tc>
                  <a:txBody>
                    <a:bodyPr/>
                    <a:lstStyle/>
                    <a:p>
                      <a:r>
                        <a:rPr sz="1725" b="0">
                          <a:solidFill>
                            <a:srgbClr val="122C35"/>
                          </a:solidFill>
                          <a:latin typeface="DejaVu Sans"/>
                          <a:ea typeface="DejaVu Sans"/>
                          <a:cs typeface="DejaVu Sans"/>
                        </a:rPr>
                        <a:t>Five-a-side</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5 players</a:t>
                      </a:r>
                    </a:p>
                  </a:txBody>
                  <a:tcPr marL="91440" marR="91440" marT="45720" marB="45720">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Up to 17</a:t>
                      </a:r>
                    </a:p>
                  </a:txBody>
                  <a:tcPr marL="91440" marR="91440" marT="45720" marB="45720">
                    <a:lnR w="9525">
                      <a:solidFill>
                        <a:srgbClr val="CCD1C8"/>
                      </a:solidFill>
                      <a:prstDash val="solid"/>
                    </a:lnR>
                    <a:lnB w="9525">
                      <a:solidFill>
                        <a:srgbClr val="CCD1C8"/>
                      </a:solidFill>
                      <a:prstDash val="solid"/>
                    </a:lnB>
                    <a:solidFill>
                      <a:srgbClr val="EEE8DC"/>
                    </a:solidFill>
                  </a:tcPr>
                </a:tc>
              </a:tr>
              <a:tr h="793750">
                <a:tc>
                  <a:txBody>
                    <a:bodyPr/>
                    <a:lstStyle/>
                    <a:p>
                      <a:r>
                        <a:rPr sz="1725" b="0">
                          <a:solidFill>
                            <a:srgbClr val="122C35"/>
                          </a:solidFill>
                          <a:latin typeface="DejaVu Sans"/>
                          <a:ea typeface="DejaVu Sans"/>
                          <a:cs typeface="DejaVu Sans"/>
                        </a:rPr>
                        <a:t>Playing XI</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11 players</a:t>
                      </a:r>
                    </a:p>
                  </a:txBody>
                  <a:tcPr marL="91440" marR="91440" marT="45720" marB="45720">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Up to 11</a:t>
                      </a:r>
                    </a:p>
                  </a:txBody>
                  <a:tcPr marL="91440" marR="91440" marT="45720" marB="45720">
                    <a:lnR w="9525">
                      <a:solidFill>
                        <a:srgbClr val="CCD1C8"/>
                      </a:solidFill>
                      <a:prstDash val="solid"/>
                    </a:lnR>
                    <a:lnB w="9525">
                      <a:solidFill>
                        <a:srgbClr val="CCD1C8"/>
                      </a:solidFill>
                      <a:prstDash val="solid"/>
                    </a:lnB>
                    <a:solidFill>
                      <a:srgbClr val="F7F1E6"/>
                    </a:solidFill>
                  </a:tcPr>
                </a:tc>
              </a:tr>
            </a:tbl>
          </a:graphicData>
        </a:graphic>
      </p:graphicFrame>
      <p:sp>
        <p:nvSpPr>
          <p:cNvPr id="5" name="scope">
            <a:extLst xmlns:a="http://schemas.openxmlformats.org/drawingml/2006/main">
              <a:ext uri="{FF2B5EF4-FFF2-40B4-BE49-F238E27FC236}">
                <a16:creationId xmlns:a16="http://schemas.microsoft.com/office/drawing/2014/main" id="{B38D01E0-06FE-45D6-83FE-3F3E8A94890B}"/>
              </a:ext>
            </a:extLst>
          </p:cNvPr>
          <p:cNvSpPr>
            <a:spLocks xmlns:a="http://schemas.openxmlformats.org/drawingml/2006/main" noGrp="1"/>
          </p:cNvSpPr>
          <p:nvPr/>
        </p:nvSpPr>
        <p:spPr>
          <a:xfrm xmlns:a="http://schemas.openxmlformats.org/drawingml/2006/main">
            <a:off x="609600" y="5295900"/>
            <a:ext cx="10906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42616A"/>
                </a:solidFill>
                <a:latin typeface="DejaVu Sans"/>
                <a:ea typeface="DejaVu Sans"/>
                <a:cs typeface="DejaVu Sans"/>
              </a:defRPr>
            </a:defPPr>
            <a:lvl1pPr>
              <a:defRPr sz="1650" b="0">
                <a:solidFill>
                  <a:srgbClr val="42616A"/>
                </a:solidFill>
                <a:latin typeface="DejaVu Sans"/>
                <a:ea typeface="DejaVu Sans"/>
                <a:cs typeface="DejaVu Sans"/>
              </a:defRPr>
            </a:lvl1pPr>
            <a:lvl2pPr>
              <a:defRPr sz="1650" b="0">
                <a:solidFill>
                  <a:srgbClr val="42616A"/>
                </a:solidFill>
                <a:latin typeface="DejaVu Sans"/>
                <a:ea typeface="DejaVu Sans"/>
                <a:cs typeface="DejaVu Sans"/>
              </a:defRPr>
            </a:lvl2pPr>
            <a:lvl3pPr>
              <a:defRPr sz="1650" b="0">
                <a:solidFill>
                  <a:srgbClr val="42616A"/>
                </a:solidFill>
                <a:latin typeface="DejaVu Sans"/>
                <a:ea typeface="DejaVu Sans"/>
                <a:cs typeface="DejaVu Sans"/>
              </a:defRPr>
            </a:lvl3pPr>
            <a:lvl4pPr>
              <a:defRPr sz="1650" b="0">
                <a:solidFill>
                  <a:srgbClr val="42616A"/>
                </a:solidFill>
                <a:latin typeface="DejaVu Sans"/>
                <a:ea typeface="DejaVu Sans"/>
                <a:cs typeface="DejaVu Sans"/>
              </a:defRPr>
            </a:lvl4pPr>
            <a:lvl5pPr>
              <a:defRPr sz="1650" b="0">
                <a:solidFill>
                  <a:srgbClr val="42616A"/>
                </a:solidFill>
                <a:latin typeface="DejaVu Sans"/>
                <a:ea typeface="DejaVu Sans"/>
                <a:cs typeface="DejaVu Sans"/>
              </a:defRPr>
            </a:lvl5pPr>
            <a:lvl6pPr>
              <a:defRPr sz="1650" b="0">
                <a:solidFill>
                  <a:srgbClr val="42616A"/>
                </a:solidFill>
                <a:latin typeface="DejaVu Sans"/>
                <a:ea typeface="DejaVu Sans"/>
                <a:cs typeface="DejaVu Sans"/>
              </a:defRPr>
            </a:lvl6pPr>
            <a:lvl7pPr>
              <a:defRPr sz="1650" b="0">
                <a:solidFill>
                  <a:srgbClr val="42616A"/>
                </a:solidFill>
                <a:latin typeface="DejaVu Sans"/>
                <a:ea typeface="DejaVu Sans"/>
                <a:cs typeface="DejaVu Sans"/>
              </a:defRPr>
            </a:lvl7pPr>
            <a:lvl8pPr>
              <a:defRPr sz="1650" b="0">
                <a:solidFill>
                  <a:srgbClr val="42616A"/>
                </a:solidFill>
                <a:latin typeface="DejaVu Sans"/>
                <a:ea typeface="DejaVu Sans"/>
                <a:cs typeface="DejaVu Sans"/>
              </a:defRPr>
            </a:lvl8pPr>
            <a:lvl9pPr>
              <a:defRPr sz="1650" b="0">
                <a:solidFill>
                  <a:srgbClr val="42616A"/>
                </a:solidFill>
                <a:latin typeface="DejaVu Sans"/>
                <a:ea typeface="DejaVu Sans"/>
                <a:cs typeface="DejaVu Sans"/>
              </a:defRPr>
            </a:lvl9pPr>
          </a:lstStyle>
          <a:p xmlns:a="http://schemas.openxmlformats.org/drawingml/2006/main">
            <a:pPr>
              <a:defRPr sz="1650" b="0">
                <a:solidFill>
                  <a:srgbClr val="42616A"/>
                </a:solidFill>
                <a:latin typeface="DejaVu Sans"/>
                <a:ea typeface="DejaVu Sans"/>
                <a:cs typeface="DejaVu Sans"/>
              </a:defRPr>
            </a:pPr>
            <a:r>
              <a:rPr sz="1650" b="0">
                <a:solidFill>
                  <a:srgbClr val="42616A"/>
                </a:solidFill>
                <a:latin typeface="DejaVu Sans"/>
                <a:ea typeface="DejaVu Sans"/>
                <a:cs typeface="DejaVu Sans"/>
              </a:rPr>
              <a:t>Pick a lineup during preparation. Keep reserves involved without putting them in the playing XI.</a:t>
            </a:r>
          </a:p>
          <a:p xmlns:a="http://schemas.openxmlformats.org/drawingml/2006/main">
            <a:pPr>
              <a:defRPr sz="1650" b="0">
                <a:solidFill>
                  <a:srgbClr val="42616A"/>
                </a:solidFill>
                <a:latin typeface="DejaVu Sans"/>
                <a:ea typeface="DejaVu Sans"/>
                <a:cs typeface="DejaVu Sans"/>
              </a:defRPr>
            </a:pPr>
            <a:r>
              <a:rPr sz="1650" b="0">
                <a:solidFill>
                  <a:srgbClr val="42616A"/>
                </a:solidFill>
                <a:latin typeface="DejaVu Sans"/>
                <a:ea typeface="DejaVu Sans"/>
                <a:cs typeface="DejaVu Sans"/>
              </a:rPr>
              <a:t>Substitutions close when the lineup locks; reserves do not add match attempts.</a:t>
            </a:r>
          </a:p>
        </p:txBody>
      </p:sp>
      <p:sp>
        <p:nvSpPr>
          <p:cNvPr id="6" name="footer">
            <a:extLst xmlns:a="http://schemas.openxmlformats.org/drawingml/2006/main">
              <a:ext uri="{FF2B5EF4-FFF2-40B4-BE49-F238E27FC236}">
                <a16:creationId xmlns:a16="http://schemas.microsoft.com/office/drawing/2014/main" id="{2E4260F1-AEEE-4390-B9D8-0F2ABB307830}"/>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7" name="folio">
            <a:extLst xmlns:a="http://schemas.openxmlformats.org/drawingml/2006/main">
              <a:ext uri="{FF2B5EF4-FFF2-40B4-BE49-F238E27FC236}">
                <a16:creationId xmlns:a16="http://schemas.microsoft.com/office/drawing/2014/main" id="{0D7CFE8D-1E64-4E2D-BA7A-DC02A1D54A51}"/>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3</a:t>
            </a:r>
          </a:p>
        </p:txBody>
      </p:sp>
    </p:spTree>
    <p:extLst>
      <p:ext uri="{BB962C8B-B14F-4D97-AF65-F5344CB8AC3E}">
        <p14:creationId xmlns:p14="http://schemas.microsoft.com/office/powerpoint/2010/main" val="893039539"/>
      </p:ext>
    </p:extLst>
  </p:cSld>
</p:sld>
</file>

<file path=ppt/slides/slide4.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E2E4A495-CDDC-4E86-966D-CA305743CC57}"/>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THE FIRST OVER</a:t>
            </a:r>
          </a:p>
        </p:txBody>
      </p:sp>
      <p:sp>
        <p:nvSpPr>
          <p:cNvPr id="2" name="title">
            <a:extLst xmlns:a="http://schemas.openxmlformats.org/drawingml/2006/main">
              <a:ext uri="{FF2B5EF4-FFF2-40B4-BE49-F238E27FC236}">
                <a16:creationId xmlns:a16="http://schemas.microsoft.com/office/drawing/2014/main" id="{8AE4F007-F576-4766-856A-BFEBE10E3F15}"/>
              </a:ext>
            </a:extLst>
          </p:cNvPr>
          <p:cNvSpPr>
            <a:spLocks xmlns:a="http://schemas.openxmlformats.org/drawingml/2006/main" noGrp="1"/>
          </p:cNvSpPr>
          <p:nvPr/>
        </p:nvSpPr>
        <p:spPr>
          <a:xfrm xmlns:a="http://schemas.openxmlformats.org/drawingml/2006/main">
            <a:off x="609600" y="990600"/>
            <a:ext cx="5953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Mini over. Full over. Clear choice.</a:t>
            </a:r>
          </a:p>
        </p:txBody>
      </p:sp>
      <p:sp>
        <p:nvSpPr>
          <p:cNvPr id="3" name="subtitle">
            <a:extLst xmlns:a="http://schemas.openxmlformats.org/drawingml/2006/main">
              <a:ext uri="{FF2B5EF4-FFF2-40B4-BE49-F238E27FC236}">
                <a16:creationId xmlns:a16="http://schemas.microsoft.com/office/drawing/2014/main" id="{71D52C91-0DC8-4F71-B1DB-4C565E305F77}"/>
              </a:ext>
            </a:extLst>
          </p:cNvPr>
          <p:cNvSpPr>
            <a:spLocks xmlns:a="http://schemas.openxmlformats.org/drawingml/2006/main" noGrp="1"/>
          </p:cNvSpPr>
          <p:nvPr/>
        </p:nvSpPr>
        <p:spPr>
          <a:xfrm xmlns:a="http://schemas.openxmlformats.org/drawingml/2006/main">
            <a:off x="609600" y="2714625"/>
            <a:ext cx="571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2C35"/>
                </a:solidFill>
                <a:latin typeface="DejaVu Sans"/>
                <a:ea typeface="DejaVu Sans"/>
                <a:cs typeface="DejaVu Sans"/>
              </a:defRPr>
            </a:defPPr>
            <a:lvl1pPr>
              <a:defRPr sz="2100" b="0">
                <a:solidFill>
                  <a:srgbClr val="122C35"/>
                </a:solidFill>
                <a:latin typeface="DejaVu Sans"/>
                <a:ea typeface="DejaVu Sans"/>
                <a:cs typeface="DejaVu Sans"/>
              </a:defRPr>
            </a:lvl1pPr>
            <a:lvl2pPr>
              <a:defRPr sz="2100" b="0">
                <a:solidFill>
                  <a:srgbClr val="122C35"/>
                </a:solidFill>
                <a:latin typeface="DejaVu Sans"/>
                <a:ea typeface="DejaVu Sans"/>
                <a:cs typeface="DejaVu Sans"/>
              </a:defRPr>
            </a:lvl2pPr>
            <a:lvl3pPr>
              <a:defRPr sz="2100" b="0">
                <a:solidFill>
                  <a:srgbClr val="122C35"/>
                </a:solidFill>
                <a:latin typeface="DejaVu Sans"/>
                <a:ea typeface="DejaVu Sans"/>
                <a:cs typeface="DejaVu Sans"/>
              </a:defRPr>
            </a:lvl3pPr>
            <a:lvl4pPr>
              <a:defRPr sz="2100" b="0">
                <a:solidFill>
                  <a:srgbClr val="122C35"/>
                </a:solidFill>
                <a:latin typeface="DejaVu Sans"/>
                <a:ea typeface="DejaVu Sans"/>
                <a:cs typeface="DejaVu Sans"/>
              </a:defRPr>
            </a:lvl4pPr>
            <a:lvl5pPr>
              <a:defRPr sz="2100" b="0">
                <a:solidFill>
                  <a:srgbClr val="122C35"/>
                </a:solidFill>
                <a:latin typeface="DejaVu Sans"/>
                <a:ea typeface="DejaVu Sans"/>
                <a:cs typeface="DejaVu Sans"/>
              </a:defRPr>
            </a:lvl5pPr>
            <a:lvl6pPr>
              <a:defRPr sz="2100" b="0">
                <a:solidFill>
                  <a:srgbClr val="122C35"/>
                </a:solidFill>
                <a:latin typeface="DejaVu Sans"/>
                <a:ea typeface="DejaVu Sans"/>
                <a:cs typeface="DejaVu Sans"/>
              </a:defRPr>
            </a:lvl6pPr>
            <a:lvl7pPr>
              <a:defRPr sz="2100" b="0">
                <a:solidFill>
                  <a:srgbClr val="122C35"/>
                </a:solidFill>
                <a:latin typeface="DejaVu Sans"/>
                <a:ea typeface="DejaVu Sans"/>
                <a:cs typeface="DejaVu Sans"/>
              </a:defRPr>
            </a:lvl7pPr>
            <a:lvl8pPr>
              <a:defRPr sz="2100" b="0">
                <a:solidFill>
                  <a:srgbClr val="122C35"/>
                </a:solidFill>
                <a:latin typeface="DejaVu Sans"/>
                <a:ea typeface="DejaVu Sans"/>
                <a:cs typeface="DejaVu Sans"/>
              </a:defRPr>
            </a:lvl8pPr>
            <a:lvl9pPr>
              <a:defRPr sz="2100" b="0">
                <a:solidFill>
                  <a:srgbClr val="122C35"/>
                </a:solidFill>
                <a:latin typeface="DejaVu Sans"/>
                <a:ea typeface="DejaVu Sans"/>
                <a:cs typeface="DejaVu Sans"/>
              </a:defRPr>
            </a:lvl9pPr>
          </a:lstStyle>
          <a:p xmlns:a="http://schemas.openxmlformats.org/drawingml/2006/main">
            <a:pPr>
              <a:defRPr sz="2100" b="0">
                <a:solidFill>
                  <a:srgbClr val="122C35"/>
                </a:solidFill>
                <a:latin typeface="DejaVu Sans"/>
                <a:ea typeface="DejaVu Sans"/>
                <a:cs typeface="DejaVu Sans"/>
              </a:defRPr>
            </a:pPr>
            <a:r>
              <a:rPr sz="2100" b="0">
                <a:solidFill>
                  <a:srgbClr val="122C35"/>
                </a:solidFill>
                <a:latin typeface="DejaVu Sans"/>
                <a:ea typeface="DejaVu Sans"/>
                <a:cs typeface="DejaVu Sans"/>
              </a:rPr>
              <a:t>Choose the time you have before you start.</a:t>
            </a:r>
          </a:p>
        </p:txBody>
      </p:sp>
      <p:sp>
        <p:nvSpPr>
          <p:cNvPr id="4" name="body">
            <a:extLst xmlns:a="http://schemas.openxmlformats.org/drawingml/2006/main">
              <a:ext uri="{FF2B5EF4-FFF2-40B4-BE49-F238E27FC236}">
                <a16:creationId xmlns:a16="http://schemas.microsoft.com/office/drawing/2014/main" id="{DC05D36F-801C-44CD-8E71-5F1B3CC712D8}"/>
              </a:ext>
            </a:extLst>
          </p:cNvPr>
          <p:cNvSpPr>
            <a:spLocks xmlns:a="http://schemas.openxmlformats.org/drawingml/2006/main" noGrp="1"/>
          </p:cNvSpPr>
          <p:nvPr/>
        </p:nvSpPr>
        <p:spPr>
          <a:xfrm xmlns:a="http://schemas.openxmlformats.org/drawingml/2006/main">
            <a:off x="609600" y="3667125"/>
            <a:ext cx="5715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Mini over — 3 rounds.</a:t>
            </a:r>
          </a:p>
          <a:p xmlns:a="http://schemas.openxmlformats.org/drawingml/2006/main">
            <a:r>
              <a:t/>
            </a:r>
          </a:p>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Full over — 6 rounds.</a:t>
            </a:r>
          </a:p>
          <a:p xmlns:a="http://schemas.openxmlformats.org/drawingml/2006/main">
            <a:r>
              <a:t/>
            </a:r>
          </a:p>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Keep the result receipt simple: score, XP and any simulated-coin return.</a:t>
            </a:r>
          </a:p>
        </p:txBody>
      </p:sp>
      <p:pic>
        <p:nvPicPr>
          <p:cNvPr id="5" name="">
            <a:extLst xmlns:a="http://schemas.openxmlformats.org/drawingml/2006/main">
              <a:ext uri="{FF2B5EF4-FFF2-40B4-BE49-F238E27FC236}">
                <a16:creationId xmlns:a16="http://schemas.microsoft.com/office/drawing/2014/main" id="{39ACF6FE-B374-4CAE-A205-42EC1F16E0D4}"/>
              </a:ext>
            </a:extLst>
          </p:cNvPr>
          <p:cNvPicPr>
            <a:picLocks xmlns:a="http://schemas.openxmlformats.org/drawingml/2006/main" noChangeAspect="1"/>
          </p:cNvPicPr>
          <p:nvPr/>
        </p:nvPicPr>
        <p:blipFill>
          <a:blip xmlns:r="http://schemas.openxmlformats.org/officeDocument/2006/relationships" xmlns:a="http://schemas.openxmlformats.org/drawingml/2006/main" r:embed="Rba0680a3e2614134"/>
          <a:srcRect xmlns:a="http://schemas.openxmlformats.org/drawingml/2006/main" l="0" t="11577" r="0" b="11577"/>
          <a:stretch xmlns:a="http://schemas.openxmlformats.org/drawingml/2006/main">
            <a:fillRect l="0" t="0" r="0" b="0"/>
          </a:stretch>
        </p:blipFill>
        <p:spPr>
          <a:xfrm xmlns:a="http://schemas.openxmlformats.org/drawingml/2006/main">
            <a:off x="6924675" y="1057275"/>
            <a:ext cx="4657439" cy="4772025"/>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C4E5BCBA-21F0-4294-8DFE-E0151434B84F}"/>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7" name="folio">
            <a:extLst xmlns:a="http://schemas.openxmlformats.org/drawingml/2006/main">
              <a:ext uri="{FF2B5EF4-FFF2-40B4-BE49-F238E27FC236}">
                <a16:creationId xmlns:a16="http://schemas.microsoft.com/office/drawing/2014/main" id="{5829E783-EF96-4535-B112-964D97FA31A2}"/>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4</a:t>
            </a:r>
          </a:p>
        </p:txBody>
      </p:sp>
    </p:spTree>
    <p:extLst>
      <p:ext uri="{BB962C8B-B14F-4D97-AF65-F5344CB8AC3E}">
        <p14:creationId xmlns:p14="http://schemas.microsoft.com/office/powerpoint/2010/main" val="2103178004"/>
      </p:ext>
    </p:extLst>
  </p:cSld>
</p:sld>
</file>

<file path=ppt/slides/slide5.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9D32EF74-7F59-4CB0-9ED5-9F590A417E6A}"/>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THE CLUB WAR</a:t>
            </a:r>
          </a:p>
        </p:txBody>
      </p:sp>
      <p:sp>
        <p:nvSpPr>
          <p:cNvPr id="2" name="title">
            <a:extLst xmlns:a="http://schemas.openxmlformats.org/drawingml/2006/main">
              <a:ext uri="{FF2B5EF4-FFF2-40B4-BE49-F238E27FC236}">
                <a16:creationId xmlns:a16="http://schemas.microsoft.com/office/drawing/2014/main" id="{3E32B46A-5DC1-417F-9CF3-D07BE0D344DC}"/>
              </a:ext>
            </a:extLst>
          </p:cNvPr>
          <p:cNvSpPr>
            <a:spLocks xmlns:a="http://schemas.openxmlformats.org/drawingml/2006/main" noGrp="1"/>
          </p:cNvSpPr>
          <p:nvPr/>
        </p:nvSpPr>
        <p:spPr>
          <a:xfrm xmlns:a="http://schemas.openxmlformats.org/drawingml/2006/main">
            <a:off x="609600" y="1000125"/>
            <a:ext cx="10963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Prepare together. Play on your time.</a:t>
            </a:r>
          </a:p>
        </p:txBody>
      </p:sp>
      <p:sp>
        <p:nvSpPr>
          <p:cNvPr id="3" name="subtitle">
            <a:extLst xmlns:a="http://schemas.openxmlformats.org/drawingml/2006/main">
              <a:ext uri="{FF2B5EF4-FFF2-40B4-BE49-F238E27FC236}">
                <a16:creationId xmlns:a16="http://schemas.microsoft.com/office/drawing/2014/main" id="{1CAD44B2-6B0D-4E84-B3D2-726D7EB18B1D}"/>
              </a:ext>
            </a:extLst>
          </p:cNvPr>
          <p:cNvSpPr>
            <a:spLocks xmlns:a="http://schemas.openxmlformats.org/drawingml/2006/main" noGrp="1"/>
          </p:cNvSpPr>
          <p:nvPr/>
        </p:nvSpPr>
        <p:spPr>
          <a:xfrm xmlns:a="http://schemas.openxmlformats.org/drawingml/2006/main">
            <a:off x="609600" y="184785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2C35"/>
                </a:solidFill>
                <a:latin typeface="DejaVu Sans"/>
                <a:ea typeface="DejaVu Sans"/>
                <a:cs typeface="DejaVu Sans"/>
              </a:defRPr>
            </a:defPPr>
            <a:lvl1pPr>
              <a:defRPr sz="2025" b="0">
                <a:solidFill>
                  <a:srgbClr val="122C35"/>
                </a:solidFill>
                <a:latin typeface="DejaVu Sans"/>
                <a:ea typeface="DejaVu Sans"/>
                <a:cs typeface="DejaVu Sans"/>
              </a:defRPr>
            </a:lvl1pPr>
            <a:lvl2pPr>
              <a:defRPr sz="2025" b="0">
                <a:solidFill>
                  <a:srgbClr val="122C35"/>
                </a:solidFill>
                <a:latin typeface="DejaVu Sans"/>
                <a:ea typeface="DejaVu Sans"/>
                <a:cs typeface="DejaVu Sans"/>
              </a:defRPr>
            </a:lvl2pPr>
            <a:lvl3pPr>
              <a:defRPr sz="2025" b="0">
                <a:solidFill>
                  <a:srgbClr val="122C35"/>
                </a:solidFill>
                <a:latin typeface="DejaVu Sans"/>
                <a:ea typeface="DejaVu Sans"/>
                <a:cs typeface="DejaVu Sans"/>
              </a:defRPr>
            </a:lvl3pPr>
            <a:lvl4pPr>
              <a:defRPr sz="2025" b="0">
                <a:solidFill>
                  <a:srgbClr val="122C35"/>
                </a:solidFill>
                <a:latin typeface="DejaVu Sans"/>
                <a:ea typeface="DejaVu Sans"/>
                <a:cs typeface="DejaVu Sans"/>
              </a:defRPr>
            </a:lvl4pPr>
            <a:lvl5pPr>
              <a:defRPr sz="2025" b="0">
                <a:solidFill>
                  <a:srgbClr val="122C35"/>
                </a:solidFill>
                <a:latin typeface="DejaVu Sans"/>
                <a:ea typeface="DejaVu Sans"/>
                <a:cs typeface="DejaVu Sans"/>
              </a:defRPr>
            </a:lvl5pPr>
            <a:lvl6pPr>
              <a:defRPr sz="2025" b="0">
                <a:solidFill>
                  <a:srgbClr val="122C35"/>
                </a:solidFill>
                <a:latin typeface="DejaVu Sans"/>
                <a:ea typeface="DejaVu Sans"/>
                <a:cs typeface="DejaVu Sans"/>
              </a:defRPr>
            </a:lvl6pPr>
            <a:lvl7pPr>
              <a:defRPr sz="2025" b="0">
                <a:solidFill>
                  <a:srgbClr val="122C35"/>
                </a:solidFill>
                <a:latin typeface="DejaVu Sans"/>
                <a:ea typeface="DejaVu Sans"/>
                <a:cs typeface="DejaVu Sans"/>
              </a:defRPr>
            </a:lvl7pPr>
            <a:lvl8pPr>
              <a:defRPr sz="2025" b="0">
                <a:solidFill>
                  <a:srgbClr val="122C35"/>
                </a:solidFill>
                <a:latin typeface="DejaVu Sans"/>
                <a:ea typeface="DejaVu Sans"/>
                <a:cs typeface="DejaVu Sans"/>
              </a:defRPr>
            </a:lvl8pPr>
            <a:lvl9pPr>
              <a:defRPr sz="2025" b="0">
                <a:solidFill>
                  <a:srgbClr val="122C35"/>
                </a:solidFill>
                <a:latin typeface="DejaVu Sans"/>
                <a:ea typeface="DejaVu Sans"/>
                <a:cs typeface="DejaVu Sans"/>
              </a:defRPr>
            </a:lvl9pPr>
          </a:lstStyle>
          <a:p xmlns:a="http://schemas.openxmlformats.org/drawingml/2006/main">
            <a:pPr>
              <a:defRPr sz="2025" b="0">
                <a:solidFill>
                  <a:srgbClr val="122C35"/>
                </a:solidFill>
                <a:latin typeface="DejaVu Sans"/>
                <a:ea typeface="DejaVu Sans"/>
                <a:cs typeface="DejaVu Sans"/>
              </a:defRPr>
            </a:pPr>
            <a:r>
              <a:rPr sz="2025" b="0">
                <a:solidFill>
                  <a:srgbClr val="122C35"/>
                </a:solidFill>
                <a:latin typeface="DejaVu Sans"/>
                <a:ea typeface="DejaVu Sans"/>
                <a:cs typeface="DejaVu Sans"/>
              </a:rPr>
              <a:t>A shared clock gives the rivalry a clear beginning and end.</a:t>
            </a:r>
          </a:p>
        </p:txBody>
      </p:sp>
      <p:sp>
        <p:nvSpPr>
          <p:cNvPr id="4" name="step value">
            <a:extLst xmlns:a="http://schemas.openxmlformats.org/drawingml/2006/main">
              <a:ext uri="{FF2B5EF4-FFF2-40B4-BE49-F238E27FC236}">
                <a16:creationId xmlns:a16="http://schemas.microsoft.com/office/drawing/2014/main" id="{C3C283FA-C65E-48A0-9E57-C75B422F03A9}"/>
              </a:ext>
            </a:extLst>
          </p:cNvPr>
          <p:cNvSpPr>
            <a:spLocks xmlns:a="http://schemas.openxmlformats.org/drawingml/2006/main" noGrp="1"/>
          </p:cNvSpPr>
          <p:nvPr/>
        </p:nvSpPr>
        <p:spPr>
          <a:xfrm xmlns:a="http://schemas.openxmlformats.org/drawingml/2006/main">
            <a:off x="609600" y="281940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076F6B"/>
                </a:solidFill>
                <a:latin typeface="DejaVu Sans"/>
                <a:ea typeface="DejaVu Sans"/>
                <a:cs typeface="DejaVu Sans"/>
              </a:defRPr>
            </a:defPPr>
            <a:lvl1pPr>
              <a:defRPr sz="4800" b="1">
                <a:solidFill>
                  <a:srgbClr val="076F6B"/>
                </a:solidFill>
                <a:latin typeface="DejaVu Sans"/>
                <a:ea typeface="DejaVu Sans"/>
                <a:cs typeface="DejaVu Sans"/>
              </a:defRPr>
            </a:lvl1pPr>
            <a:lvl2pPr>
              <a:defRPr sz="4800" b="1">
                <a:solidFill>
                  <a:srgbClr val="076F6B"/>
                </a:solidFill>
                <a:latin typeface="DejaVu Sans"/>
                <a:ea typeface="DejaVu Sans"/>
                <a:cs typeface="DejaVu Sans"/>
              </a:defRPr>
            </a:lvl2pPr>
            <a:lvl3pPr>
              <a:defRPr sz="4800" b="1">
                <a:solidFill>
                  <a:srgbClr val="076F6B"/>
                </a:solidFill>
                <a:latin typeface="DejaVu Sans"/>
                <a:ea typeface="DejaVu Sans"/>
                <a:cs typeface="DejaVu Sans"/>
              </a:defRPr>
            </a:lvl3pPr>
            <a:lvl4pPr>
              <a:defRPr sz="4800" b="1">
                <a:solidFill>
                  <a:srgbClr val="076F6B"/>
                </a:solidFill>
                <a:latin typeface="DejaVu Sans"/>
                <a:ea typeface="DejaVu Sans"/>
                <a:cs typeface="DejaVu Sans"/>
              </a:defRPr>
            </a:lvl4pPr>
            <a:lvl5pPr>
              <a:defRPr sz="4800" b="1">
                <a:solidFill>
                  <a:srgbClr val="076F6B"/>
                </a:solidFill>
                <a:latin typeface="DejaVu Sans"/>
                <a:ea typeface="DejaVu Sans"/>
                <a:cs typeface="DejaVu Sans"/>
              </a:defRPr>
            </a:lvl5pPr>
            <a:lvl6pPr>
              <a:defRPr sz="4800" b="1">
                <a:solidFill>
                  <a:srgbClr val="076F6B"/>
                </a:solidFill>
                <a:latin typeface="DejaVu Sans"/>
                <a:ea typeface="DejaVu Sans"/>
                <a:cs typeface="DejaVu Sans"/>
              </a:defRPr>
            </a:lvl6pPr>
            <a:lvl7pPr>
              <a:defRPr sz="4800" b="1">
                <a:solidFill>
                  <a:srgbClr val="076F6B"/>
                </a:solidFill>
                <a:latin typeface="DejaVu Sans"/>
                <a:ea typeface="DejaVu Sans"/>
                <a:cs typeface="DejaVu Sans"/>
              </a:defRPr>
            </a:lvl7pPr>
            <a:lvl8pPr>
              <a:defRPr sz="4800" b="1">
                <a:solidFill>
                  <a:srgbClr val="076F6B"/>
                </a:solidFill>
                <a:latin typeface="DejaVu Sans"/>
                <a:ea typeface="DejaVu Sans"/>
                <a:cs typeface="DejaVu Sans"/>
              </a:defRPr>
            </a:lvl8pPr>
            <a:lvl9pPr>
              <a:defRPr sz="4800" b="1">
                <a:solidFill>
                  <a:srgbClr val="076F6B"/>
                </a:solidFill>
                <a:latin typeface="DejaVu Sans"/>
                <a:ea typeface="DejaVu Sans"/>
                <a:cs typeface="DejaVu Sans"/>
              </a:defRPr>
            </a:lvl9pPr>
          </a:lstStyle>
          <a:p xmlns:a="http://schemas.openxmlformats.org/drawingml/2006/main">
            <a:pPr>
              <a:defRPr sz="4800" b="1">
                <a:solidFill>
                  <a:srgbClr val="076F6B"/>
                </a:solidFill>
                <a:latin typeface="DejaVu Sans"/>
                <a:ea typeface="DejaVu Sans"/>
                <a:cs typeface="DejaVu Sans"/>
              </a:defRPr>
            </a:pPr>
            <a:r>
              <a:rPr sz="4800" b="1">
                <a:solidFill>
                  <a:srgbClr val="076F6B"/>
                </a:solidFill>
                <a:latin typeface="DejaVu Sans"/>
                <a:ea typeface="DejaVu Sans"/>
                <a:cs typeface="DejaVu Sans"/>
              </a:rPr>
              <a:t>23h</a:t>
            </a:r>
          </a:p>
        </p:txBody>
      </p:sp>
      <p:sp>
        <p:nvSpPr>
          <p:cNvPr id="5" name="step heading">
            <a:extLst xmlns:a="http://schemas.openxmlformats.org/drawingml/2006/main">
              <a:ext uri="{FF2B5EF4-FFF2-40B4-BE49-F238E27FC236}">
                <a16:creationId xmlns:a16="http://schemas.microsoft.com/office/drawing/2014/main" id="{8E4AAB9D-7651-40CB-83BE-ADCBC2A39323}"/>
              </a:ext>
            </a:extLst>
          </p:cNvPr>
          <p:cNvSpPr>
            <a:spLocks xmlns:a="http://schemas.openxmlformats.org/drawingml/2006/main" noGrp="1"/>
          </p:cNvSpPr>
          <p:nvPr/>
        </p:nvSpPr>
        <p:spPr>
          <a:xfrm xmlns:a="http://schemas.openxmlformats.org/drawingml/2006/main">
            <a:off x="609600" y="37814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1">
                <a:solidFill>
                  <a:srgbClr val="122C35"/>
                </a:solidFill>
                <a:latin typeface="DejaVu Sans"/>
                <a:ea typeface="DejaVu Sans"/>
                <a:cs typeface="DejaVu Sans"/>
              </a:defRPr>
            </a:defPPr>
            <a:lvl1pPr>
              <a:defRPr sz="1500" b="1">
                <a:solidFill>
                  <a:srgbClr val="122C35"/>
                </a:solidFill>
                <a:latin typeface="DejaVu Sans"/>
                <a:ea typeface="DejaVu Sans"/>
                <a:cs typeface="DejaVu Sans"/>
              </a:defRPr>
            </a:lvl1pPr>
            <a:lvl2pPr>
              <a:defRPr sz="1500" b="1">
                <a:solidFill>
                  <a:srgbClr val="122C35"/>
                </a:solidFill>
                <a:latin typeface="DejaVu Sans"/>
                <a:ea typeface="DejaVu Sans"/>
                <a:cs typeface="DejaVu Sans"/>
              </a:defRPr>
            </a:lvl2pPr>
            <a:lvl3pPr>
              <a:defRPr sz="1500" b="1">
                <a:solidFill>
                  <a:srgbClr val="122C35"/>
                </a:solidFill>
                <a:latin typeface="DejaVu Sans"/>
                <a:ea typeface="DejaVu Sans"/>
                <a:cs typeface="DejaVu Sans"/>
              </a:defRPr>
            </a:lvl3pPr>
            <a:lvl4pPr>
              <a:defRPr sz="1500" b="1">
                <a:solidFill>
                  <a:srgbClr val="122C35"/>
                </a:solidFill>
                <a:latin typeface="DejaVu Sans"/>
                <a:ea typeface="DejaVu Sans"/>
                <a:cs typeface="DejaVu Sans"/>
              </a:defRPr>
            </a:lvl4pPr>
            <a:lvl5pPr>
              <a:defRPr sz="1500" b="1">
                <a:solidFill>
                  <a:srgbClr val="122C35"/>
                </a:solidFill>
                <a:latin typeface="DejaVu Sans"/>
                <a:ea typeface="DejaVu Sans"/>
                <a:cs typeface="DejaVu Sans"/>
              </a:defRPr>
            </a:lvl5pPr>
            <a:lvl6pPr>
              <a:defRPr sz="1500" b="1">
                <a:solidFill>
                  <a:srgbClr val="122C35"/>
                </a:solidFill>
                <a:latin typeface="DejaVu Sans"/>
                <a:ea typeface="DejaVu Sans"/>
                <a:cs typeface="DejaVu Sans"/>
              </a:defRPr>
            </a:lvl6pPr>
            <a:lvl7pPr>
              <a:defRPr sz="1500" b="1">
                <a:solidFill>
                  <a:srgbClr val="122C35"/>
                </a:solidFill>
                <a:latin typeface="DejaVu Sans"/>
                <a:ea typeface="DejaVu Sans"/>
                <a:cs typeface="DejaVu Sans"/>
              </a:defRPr>
            </a:lvl7pPr>
            <a:lvl8pPr>
              <a:defRPr sz="1500" b="1">
                <a:solidFill>
                  <a:srgbClr val="122C35"/>
                </a:solidFill>
                <a:latin typeface="DejaVu Sans"/>
                <a:ea typeface="DejaVu Sans"/>
                <a:cs typeface="DejaVu Sans"/>
              </a:defRPr>
            </a:lvl8pPr>
            <a:lvl9pPr>
              <a:defRPr sz="1500" b="1">
                <a:solidFill>
                  <a:srgbClr val="122C35"/>
                </a:solidFill>
                <a:latin typeface="DejaVu Sans"/>
                <a:ea typeface="DejaVu Sans"/>
                <a:cs typeface="DejaVu Sans"/>
              </a:defRPr>
            </a:lvl9pPr>
          </a:lstStyle>
          <a:p xmlns:a="http://schemas.openxmlformats.org/drawingml/2006/main">
            <a:pPr>
              <a:defRPr sz="1500" b="1">
                <a:solidFill>
                  <a:srgbClr val="122C35"/>
                </a:solidFill>
                <a:latin typeface="DejaVu Sans"/>
                <a:ea typeface="DejaVu Sans"/>
                <a:cs typeface="DejaVu Sans"/>
              </a:defRPr>
            </a:pPr>
            <a:r>
              <a:rPr sz="1500" b="1">
                <a:solidFill>
                  <a:srgbClr val="122C35"/>
                </a:solidFill>
                <a:latin typeface="DejaVu Sans"/>
                <a:ea typeface="DejaVu Sans"/>
                <a:cs typeface="DejaVu Sans"/>
              </a:rPr>
              <a:t>PREPARATION</a:t>
            </a:r>
          </a:p>
        </p:txBody>
      </p:sp>
      <p:sp>
        <p:nvSpPr>
          <p:cNvPr id="6" name="step body">
            <a:extLst xmlns:a="http://schemas.openxmlformats.org/drawingml/2006/main">
              <a:ext uri="{FF2B5EF4-FFF2-40B4-BE49-F238E27FC236}">
                <a16:creationId xmlns:a16="http://schemas.microsoft.com/office/drawing/2014/main" id="{DA322FD5-28B3-4F7A-9769-95F2797873F7}"/>
              </a:ext>
            </a:extLst>
          </p:cNvPr>
          <p:cNvSpPr>
            <a:spLocks xmlns:a="http://schemas.openxmlformats.org/drawingml/2006/main" noGrp="1"/>
          </p:cNvSpPr>
          <p:nvPr/>
        </p:nvSpPr>
        <p:spPr>
          <a:xfrm xmlns:a="http://schemas.openxmlformats.org/drawingml/2006/main">
            <a:off x="609600" y="4286250"/>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Invite, choose the playing 5 or 11 and arrange reserves.</a:t>
            </a:r>
          </a:p>
        </p:txBody>
      </p:sp>
      <p:sp>
        <p:nvSpPr>
          <p:cNvPr id="7" name="step value">
            <a:extLst xmlns:a="http://schemas.openxmlformats.org/drawingml/2006/main">
              <a:ext uri="{FF2B5EF4-FFF2-40B4-BE49-F238E27FC236}">
                <a16:creationId xmlns:a16="http://schemas.microsoft.com/office/drawing/2014/main" id="{7467E281-B931-4DC6-9627-A50F8A373375}"/>
              </a:ext>
            </a:extLst>
          </p:cNvPr>
          <p:cNvSpPr>
            <a:spLocks xmlns:a="http://schemas.openxmlformats.org/drawingml/2006/main" noGrp="1"/>
          </p:cNvSpPr>
          <p:nvPr/>
        </p:nvSpPr>
        <p:spPr>
          <a:xfrm xmlns:a="http://schemas.openxmlformats.org/drawingml/2006/main">
            <a:off x="4352925" y="281940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076F6B"/>
                </a:solidFill>
                <a:latin typeface="DejaVu Sans"/>
                <a:ea typeface="DejaVu Sans"/>
                <a:cs typeface="DejaVu Sans"/>
              </a:defRPr>
            </a:defPPr>
            <a:lvl1pPr>
              <a:defRPr sz="4800" b="1">
                <a:solidFill>
                  <a:srgbClr val="076F6B"/>
                </a:solidFill>
                <a:latin typeface="DejaVu Sans"/>
                <a:ea typeface="DejaVu Sans"/>
                <a:cs typeface="DejaVu Sans"/>
              </a:defRPr>
            </a:lvl1pPr>
            <a:lvl2pPr>
              <a:defRPr sz="4800" b="1">
                <a:solidFill>
                  <a:srgbClr val="076F6B"/>
                </a:solidFill>
                <a:latin typeface="DejaVu Sans"/>
                <a:ea typeface="DejaVu Sans"/>
                <a:cs typeface="DejaVu Sans"/>
              </a:defRPr>
            </a:lvl2pPr>
            <a:lvl3pPr>
              <a:defRPr sz="4800" b="1">
                <a:solidFill>
                  <a:srgbClr val="076F6B"/>
                </a:solidFill>
                <a:latin typeface="DejaVu Sans"/>
                <a:ea typeface="DejaVu Sans"/>
                <a:cs typeface="DejaVu Sans"/>
              </a:defRPr>
            </a:lvl3pPr>
            <a:lvl4pPr>
              <a:defRPr sz="4800" b="1">
                <a:solidFill>
                  <a:srgbClr val="076F6B"/>
                </a:solidFill>
                <a:latin typeface="DejaVu Sans"/>
                <a:ea typeface="DejaVu Sans"/>
                <a:cs typeface="DejaVu Sans"/>
              </a:defRPr>
            </a:lvl4pPr>
            <a:lvl5pPr>
              <a:defRPr sz="4800" b="1">
                <a:solidFill>
                  <a:srgbClr val="076F6B"/>
                </a:solidFill>
                <a:latin typeface="DejaVu Sans"/>
                <a:ea typeface="DejaVu Sans"/>
                <a:cs typeface="DejaVu Sans"/>
              </a:defRPr>
            </a:lvl5pPr>
            <a:lvl6pPr>
              <a:defRPr sz="4800" b="1">
                <a:solidFill>
                  <a:srgbClr val="076F6B"/>
                </a:solidFill>
                <a:latin typeface="DejaVu Sans"/>
                <a:ea typeface="DejaVu Sans"/>
                <a:cs typeface="DejaVu Sans"/>
              </a:defRPr>
            </a:lvl6pPr>
            <a:lvl7pPr>
              <a:defRPr sz="4800" b="1">
                <a:solidFill>
                  <a:srgbClr val="076F6B"/>
                </a:solidFill>
                <a:latin typeface="DejaVu Sans"/>
                <a:ea typeface="DejaVu Sans"/>
                <a:cs typeface="DejaVu Sans"/>
              </a:defRPr>
            </a:lvl7pPr>
            <a:lvl8pPr>
              <a:defRPr sz="4800" b="1">
                <a:solidFill>
                  <a:srgbClr val="076F6B"/>
                </a:solidFill>
                <a:latin typeface="DejaVu Sans"/>
                <a:ea typeface="DejaVu Sans"/>
                <a:cs typeface="DejaVu Sans"/>
              </a:defRPr>
            </a:lvl8pPr>
            <a:lvl9pPr>
              <a:defRPr sz="4800" b="1">
                <a:solidFill>
                  <a:srgbClr val="076F6B"/>
                </a:solidFill>
                <a:latin typeface="DejaVu Sans"/>
                <a:ea typeface="DejaVu Sans"/>
                <a:cs typeface="DejaVu Sans"/>
              </a:defRPr>
            </a:lvl9pPr>
          </a:lstStyle>
          <a:p xmlns:a="http://schemas.openxmlformats.org/drawingml/2006/main">
            <a:pPr>
              <a:defRPr sz="4800" b="1">
                <a:solidFill>
                  <a:srgbClr val="076F6B"/>
                </a:solidFill>
                <a:latin typeface="DejaVu Sans"/>
                <a:ea typeface="DejaVu Sans"/>
                <a:cs typeface="DejaVu Sans"/>
              </a:defRPr>
            </a:pPr>
            <a:r>
              <a:rPr sz="4800" b="1">
                <a:solidFill>
                  <a:srgbClr val="076F6B"/>
                </a:solidFill>
                <a:latin typeface="DejaVu Sans"/>
                <a:ea typeface="DejaVu Sans"/>
                <a:cs typeface="DejaVu Sans"/>
              </a:rPr>
              <a:t>24h</a:t>
            </a:r>
          </a:p>
        </p:txBody>
      </p:sp>
      <p:sp>
        <p:nvSpPr>
          <p:cNvPr id="8" name="step heading">
            <a:extLst xmlns:a="http://schemas.openxmlformats.org/drawingml/2006/main">
              <a:ext uri="{FF2B5EF4-FFF2-40B4-BE49-F238E27FC236}">
                <a16:creationId xmlns:a16="http://schemas.microsoft.com/office/drawing/2014/main" id="{3DDB4566-E1EE-4AF8-92AF-BC05A0161156}"/>
              </a:ext>
            </a:extLst>
          </p:cNvPr>
          <p:cNvSpPr>
            <a:spLocks xmlns:a="http://schemas.openxmlformats.org/drawingml/2006/main" noGrp="1"/>
          </p:cNvSpPr>
          <p:nvPr/>
        </p:nvSpPr>
        <p:spPr>
          <a:xfrm xmlns:a="http://schemas.openxmlformats.org/drawingml/2006/main">
            <a:off x="4352925" y="37814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1">
                <a:solidFill>
                  <a:srgbClr val="122C35"/>
                </a:solidFill>
                <a:latin typeface="DejaVu Sans"/>
                <a:ea typeface="DejaVu Sans"/>
                <a:cs typeface="DejaVu Sans"/>
              </a:defRPr>
            </a:defPPr>
            <a:lvl1pPr>
              <a:defRPr sz="1500" b="1">
                <a:solidFill>
                  <a:srgbClr val="122C35"/>
                </a:solidFill>
                <a:latin typeface="DejaVu Sans"/>
                <a:ea typeface="DejaVu Sans"/>
                <a:cs typeface="DejaVu Sans"/>
              </a:defRPr>
            </a:lvl1pPr>
            <a:lvl2pPr>
              <a:defRPr sz="1500" b="1">
                <a:solidFill>
                  <a:srgbClr val="122C35"/>
                </a:solidFill>
                <a:latin typeface="DejaVu Sans"/>
                <a:ea typeface="DejaVu Sans"/>
                <a:cs typeface="DejaVu Sans"/>
              </a:defRPr>
            </a:lvl2pPr>
            <a:lvl3pPr>
              <a:defRPr sz="1500" b="1">
                <a:solidFill>
                  <a:srgbClr val="122C35"/>
                </a:solidFill>
                <a:latin typeface="DejaVu Sans"/>
                <a:ea typeface="DejaVu Sans"/>
                <a:cs typeface="DejaVu Sans"/>
              </a:defRPr>
            </a:lvl3pPr>
            <a:lvl4pPr>
              <a:defRPr sz="1500" b="1">
                <a:solidFill>
                  <a:srgbClr val="122C35"/>
                </a:solidFill>
                <a:latin typeface="DejaVu Sans"/>
                <a:ea typeface="DejaVu Sans"/>
                <a:cs typeface="DejaVu Sans"/>
              </a:defRPr>
            </a:lvl4pPr>
            <a:lvl5pPr>
              <a:defRPr sz="1500" b="1">
                <a:solidFill>
                  <a:srgbClr val="122C35"/>
                </a:solidFill>
                <a:latin typeface="DejaVu Sans"/>
                <a:ea typeface="DejaVu Sans"/>
                <a:cs typeface="DejaVu Sans"/>
              </a:defRPr>
            </a:lvl5pPr>
            <a:lvl6pPr>
              <a:defRPr sz="1500" b="1">
                <a:solidFill>
                  <a:srgbClr val="122C35"/>
                </a:solidFill>
                <a:latin typeface="DejaVu Sans"/>
                <a:ea typeface="DejaVu Sans"/>
                <a:cs typeface="DejaVu Sans"/>
              </a:defRPr>
            </a:lvl6pPr>
            <a:lvl7pPr>
              <a:defRPr sz="1500" b="1">
                <a:solidFill>
                  <a:srgbClr val="122C35"/>
                </a:solidFill>
                <a:latin typeface="DejaVu Sans"/>
                <a:ea typeface="DejaVu Sans"/>
                <a:cs typeface="DejaVu Sans"/>
              </a:defRPr>
            </a:lvl7pPr>
            <a:lvl8pPr>
              <a:defRPr sz="1500" b="1">
                <a:solidFill>
                  <a:srgbClr val="122C35"/>
                </a:solidFill>
                <a:latin typeface="DejaVu Sans"/>
                <a:ea typeface="DejaVu Sans"/>
                <a:cs typeface="DejaVu Sans"/>
              </a:defRPr>
            </a:lvl8pPr>
            <a:lvl9pPr>
              <a:defRPr sz="1500" b="1">
                <a:solidFill>
                  <a:srgbClr val="122C35"/>
                </a:solidFill>
                <a:latin typeface="DejaVu Sans"/>
                <a:ea typeface="DejaVu Sans"/>
                <a:cs typeface="DejaVu Sans"/>
              </a:defRPr>
            </a:lvl9pPr>
          </a:lstStyle>
          <a:p xmlns:a="http://schemas.openxmlformats.org/drawingml/2006/main">
            <a:pPr>
              <a:defRPr sz="1500" b="1">
                <a:solidFill>
                  <a:srgbClr val="122C35"/>
                </a:solidFill>
                <a:latin typeface="DejaVu Sans"/>
                <a:ea typeface="DejaVu Sans"/>
                <a:cs typeface="DejaVu Sans"/>
              </a:defRPr>
            </a:pPr>
            <a:r>
              <a:rPr sz="1500" b="1">
                <a:solidFill>
                  <a:srgbClr val="122C35"/>
                </a:solidFill>
                <a:latin typeface="DejaVu Sans"/>
                <a:ea typeface="DejaVu Sans"/>
                <a:cs typeface="DejaVu Sans"/>
              </a:rPr>
              <a:t>BATTLE</a:t>
            </a:r>
          </a:p>
        </p:txBody>
      </p:sp>
      <p:sp>
        <p:nvSpPr>
          <p:cNvPr id="9" name="step body">
            <a:extLst xmlns:a="http://schemas.openxmlformats.org/drawingml/2006/main">
              <a:ext uri="{FF2B5EF4-FFF2-40B4-BE49-F238E27FC236}">
                <a16:creationId xmlns:a16="http://schemas.microsoft.com/office/drawing/2014/main" id="{FFC2642E-9170-42C5-A89F-DE34A587FDD1}"/>
              </a:ext>
            </a:extLst>
          </p:cNvPr>
          <p:cNvSpPr>
            <a:spLocks xmlns:a="http://schemas.openxmlformats.org/drawingml/2006/main" noGrp="1"/>
          </p:cNvSpPr>
          <p:nvPr/>
        </p:nvSpPr>
        <p:spPr>
          <a:xfrm xmlns:a="http://schemas.openxmlformats.org/drawingml/2006/main">
            <a:off x="4352925" y="4286250"/>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The locked lineup plays within the battle window.</a:t>
            </a:r>
          </a:p>
        </p:txBody>
      </p:sp>
      <p:sp>
        <p:nvSpPr>
          <p:cNvPr id="10" name="step value">
            <a:extLst xmlns:a="http://schemas.openxmlformats.org/drawingml/2006/main">
              <a:ext uri="{FF2B5EF4-FFF2-40B4-BE49-F238E27FC236}">
                <a16:creationId xmlns:a16="http://schemas.microsoft.com/office/drawing/2014/main" id="{A05DEA9F-E67A-400F-B561-7E33E0AB412F}"/>
              </a:ext>
            </a:extLst>
          </p:cNvPr>
          <p:cNvSpPr>
            <a:spLocks xmlns:a="http://schemas.openxmlformats.org/drawingml/2006/main" noGrp="1"/>
          </p:cNvSpPr>
          <p:nvPr/>
        </p:nvSpPr>
        <p:spPr>
          <a:xfrm xmlns:a="http://schemas.openxmlformats.org/drawingml/2006/main">
            <a:off x="8096250" y="281940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076F6B"/>
                </a:solidFill>
                <a:latin typeface="DejaVu Sans"/>
                <a:ea typeface="DejaVu Sans"/>
                <a:cs typeface="DejaVu Sans"/>
              </a:defRPr>
            </a:defPPr>
            <a:lvl1pPr>
              <a:defRPr sz="4800" b="1">
                <a:solidFill>
                  <a:srgbClr val="076F6B"/>
                </a:solidFill>
                <a:latin typeface="DejaVu Sans"/>
                <a:ea typeface="DejaVu Sans"/>
                <a:cs typeface="DejaVu Sans"/>
              </a:defRPr>
            </a:lvl1pPr>
            <a:lvl2pPr>
              <a:defRPr sz="4800" b="1">
                <a:solidFill>
                  <a:srgbClr val="076F6B"/>
                </a:solidFill>
                <a:latin typeface="DejaVu Sans"/>
                <a:ea typeface="DejaVu Sans"/>
                <a:cs typeface="DejaVu Sans"/>
              </a:defRPr>
            </a:lvl2pPr>
            <a:lvl3pPr>
              <a:defRPr sz="4800" b="1">
                <a:solidFill>
                  <a:srgbClr val="076F6B"/>
                </a:solidFill>
                <a:latin typeface="DejaVu Sans"/>
                <a:ea typeface="DejaVu Sans"/>
                <a:cs typeface="DejaVu Sans"/>
              </a:defRPr>
            </a:lvl3pPr>
            <a:lvl4pPr>
              <a:defRPr sz="4800" b="1">
                <a:solidFill>
                  <a:srgbClr val="076F6B"/>
                </a:solidFill>
                <a:latin typeface="DejaVu Sans"/>
                <a:ea typeface="DejaVu Sans"/>
                <a:cs typeface="DejaVu Sans"/>
              </a:defRPr>
            </a:lvl4pPr>
            <a:lvl5pPr>
              <a:defRPr sz="4800" b="1">
                <a:solidFill>
                  <a:srgbClr val="076F6B"/>
                </a:solidFill>
                <a:latin typeface="DejaVu Sans"/>
                <a:ea typeface="DejaVu Sans"/>
                <a:cs typeface="DejaVu Sans"/>
              </a:defRPr>
            </a:lvl5pPr>
            <a:lvl6pPr>
              <a:defRPr sz="4800" b="1">
                <a:solidFill>
                  <a:srgbClr val="076F6B"/>
                </a:solidFill>
                <a:latin typeface="DejaVu Sans"/>
                <a:ea typeface="DejaVu Sans"/>
                <a:cs typeface="DejaVu Sans"/>
              </a:defRPr>
            </a:lvl6pPr>
            <a:lvl7pPr>
              <a:defRPr sz="4800" b="1">
                <a:solidFill>
                  <a:srgbClr val="076F6B"/>
                </a:solidFill>
                <a:latin typeface="DejaVu Sans"/>
                <a:ea typeface="DejaVu Sans"/>
                <a:cs typeface="DejaVu Sans"/>
              </a:defRPr>
            </a:lvl7pPr>
            <a:lvl8pPr>
              <a:defRPr sz="4800" b="1">
                <a:solidFill>
                  <a:srgbClr val="076F6B"/>
                </a:solidFill>
                <a:latin typeface="DejaVu Sans"/>
                <a:ea typeface="DejaVu Sans"/>
                <a:cs typeface="DejaVu Sans"/>
              </a:defRPr>
            </a:lvl8pPr>
            <a:lvl9pPr>
              <a:defRPr sz="4800" b="1">
                <a:solidFill>
                  <a:srgbClr val="076F6B"/>
                </a:solidFill>
                <a:latin typeface="DejaVu Sans"/>
                <a:ea typeface="DejaVu Sans"/>
                <a:cs typeface="DejaVu Sans"/>
              </a:defRPr>
            </a:lvl9pPr>
          </a:lstStyle>
          <a:p xmlns:a="http://schemas.openxmlformats.org/drawingml/2006/main">
            <a:pPr>
              <a:defRPr sz="4800" b="1">
                <a:solidFill>
                  <a:srgbClr val="076F6B"/>
                </a:solidFill>
                <a:latin typeface="DejaVu Sans"/>
                <a:ea typeface="DejaVu Sans"/>
                <a:cs typeface="DejaVu Sans"/>
              </a:defRPr>
            </a:pPr>
            <a:r>
              <a:rPr sz="4800" b="1">
                <a:solidFill>
                  <a:srgbClr val="076F6B"/>
                </a:solidFill>
                <a:latin typeface="DejaVu Sans"/>
                <a:ea typeface="DejaVu Sans"/>
                <a:cs typeface="DejaVu Sans"/>
              </a:rPr>
              <a:t>Next</a:t>
            </a:r>
          </a:p>
        </p:txBody>
      </p:sp>
      <p:sp>
        <p:nvSpPr>
          <p:cNvPr id="11" name="step heading">
            <a:extLst xmlns:a="http://schemas.openxmlformats.org/drawingml/2006/main">
              <a:ext uri="{FF2B5EF4-FFF2-40B4-BE49-F238E27FC236}">
                <a16:creationId xmlns:a16="http://schemas.microsoft.com/office/drawing/2014/main" id="{8901C709-CE5D-408A-B4B5-0FBDD8BE72C1}"/>
              </a:ext>
            </a:extLst>
          </p:cNvPr>
          <p:cNvSpPr>
            <a:spLocks xmlns:a="http://schemas.openxmlformats.org/drawingml/2006/main" noGrp="1"/>
          </p:cNvSpPr>
          <p:nvPr/>
        </p:nvSpPr>
        <p:spPr>
          <a:xfrm xmlns:a="http://schemas.openxmlformats.org/drawingml/2006/main">
            <a:off x="8096250" y="37814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1">
                <a:solidFill>
                  <a:srgbClr val="122C35"/>
                </a:solidFill>
                <a:latin typeface="DejaVu Sans"/>
                <a:ea typeface="DejaVu Sans"/>
                <a:cs typeface="DejaVu Sans"/>
              </a:defRPr>
            </a:defPPr>
            <a:lvl1pPr>
              <a:defRPr sz="1500" b="1">
                <a:solidFill>
                  <a:srgbClr val="122C35"/>
                </a:solidFill>
                <a:latin typeface="DejaVu Sans"/>
                <a:ea typeface="DejaVu Sans"/>
                <a:cs typeface="DejaVu Sans"/>
              </a:defRPr>
            </a:lvl1pPr>
            <a:lvl2pPr>
              <a:defRPr sz="1500" b="1">
                <a:solidFill>
                  <a:srgbClr val="122C35"/>
                </a:solidFill>
                <a:latin typeface="DejaVu Sans"/>
                <a:ea typeface="DejaVu Sans"/>
                <a:cs typeface="DejaVu Sans"/>
              </a:defRPr>
            </a:lvl2pPr>
            <a:lvl3pPr>
              <a:defRPr sz="1500" b="1">
                <a:solidFill>
                  <a:srgbClr val="122C35"/>
                </a:solidFill>
                <a:latin typeface="DejaVu Sans"/>
                <a:ea typeface="DejaVu Sans"/>
                <a:cs typeface="DejaVu Sans"/>
              </a:defRPr>
            </a:lvl3pPr>
            <a:lvl4pPr>
              <a:defRPr sz="1500" b="1">
                <a:solidFill>
                  <a:srgbClr val="122C35"/>
                </a:solidFill>
                <a:latin typeface="DejaVu Sans"/>
                <a:ea typeface="DejaVu Sans"/>
                <a:cs typeface="DejaVu Sans"/>
              </a:defRPr>
            </a:lvl4pPr>
            <a:lvl5pPr>
              <a:defRPr sz="1500" b="1">
                <a:solidFill>
                  <a:srgbClr val="122C35"/>
                </a:solidFill>
                <a:latin typeface="DejaVu Sans"/>
                <a:ea typeface="DejaVu Sans"/>
                <a:cs typeface="DejaVu Sans"/>
              </a:defRPr>
            </a:lvl5pPr>
            <a:lvl6pPr>
              <a:defRPr sz="1500" b="1">
                <a:solidFill>
                  <a:srgbClr val="122C35"/>
                </a:solidFill>
                <a:latin typeface="DejaVu Sans"/>
                <a:ea typeface="DejaVu Sans"/>
                <a:cs typeface="DejaVu Sans"/>
              </a:defRPr>
            </a:lvl6pPr>
            <a:lvl7pPr>
              <a:defRPr sz="1500" b="1">
                <a:solidFill>
                  <a:srgbClr val="122C35"/>
                </a:solidFill>
                <a:latin typeface="DejaVu Sans"/>
                <a:ea typeface="DejaVu Sans"/>
                <a:cs typeface="DejaVu Sans"/>
              </a:defRPr>
            </a:lvl7pPr>
            <a:lvl8pPr>
              <a:defRPr sz="1500" b="1">
                <a:solidFill>
                  <a:srgbClr val="122C35"/>
                </a:solidFill>
                <a:latin typeface="DejaVu Sans"/>
                <a:ea typeface="DejaVu Sans"/>
                <a:cs typeface="DejaVu Sans"/>
              </a:defRPr>
            </a:lvl8pPr>
            <a:lvl9pPr>
              <a:defRPr sz="1500" b="1">
                <a:solidFill>
                  <a:srgbClr val="122C35"/>
                </a:solidFill>
                <a:latin typeface="DejaVu Sans"/>
                <a:ea typeface="DejaVu Sans"/>
                <a:cs typeface="DejaVu Sans"/>
              </a:defRPr>
            </a:lvl9pPr>
          </a:lstStyle>
          <a:p xmlns:a="http://schemas.openxmlformats.org/drawingml/2006/main">
            <a:pPr>
              <a:defRPr sz="1500" b="1">
                <a:solidFill>
                  <a:srgbClr val="122C35"/>
                </a:solidFill>
                <a:latin typeface="DejaVu Sans"/>
                <a:ea typeface="DejaVu Sans"/>
                <a:cs typeface="DejaVu Sans"/>
              </a:defRPr>
            </a:pPr>
            <a:r>
              <a:rPr sz="1500" b="1">
                <a:solidFill>
                  <a:srgbClr val="122C35"/>
                </a:solidFill>
                <a:latin typeface="DejaVu Sans"/>
                <a:ea typeface="DejaVu Sans"/>
                <a:cs typeface="DejaVu Sans"/>
              </a:rPr>
              <a:t>FRESH CHOICE</a:t>
            </a:r>
          </a:p>
        </p:txBody>
      </p:sp>
      <p:sp>
        <p:nvSpPr>
          <p:cNvPr id="12" name="step body">
            <a:extLst xmlns:a="http://schemas.openxmlformats.org/drawingml/2006/main">
              <a:ext uri="{FF2B5EF4-FFF2-40B4-BE49-F238E27FC236}">
                <a16:creationId xmlns:a16="http://schemas.microsoft.com/office/drawing/2014/main" id="{1B0923CB-5462-4BF6-919F-5F8554218DF9}"/>
              </a:ext>
            </a:extLst>
          </p:cNvPr>
          <p:cNvSpPr>
            <a:spLocks xmlns:a="http://schemas.openxmlformats.org/drawingml/2006/main" noGrp="1"/>
          </p:cNvSpPr>
          <p:nvPr/>
        </p:nvSpPr>
        <p:spPr>
          <a:xfrm xmlns:a="http://schemas.openxmlformats.org/drawingml/2006/main">
            <a:off x="8096250" y="4286250"/>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Both captains opt in. A new weekly draft needs fresh acceptance.</a:t>
            </a:r>
          </a:p>
        </p:txBody>
      </p:sp>
      <p:sp>
        <p:nvSpPr>
          <p:cNvPr id="13" name="scope">
            <a:extLst xmlns:a="http://schemas.openxmlformats.org/drawingml/2006/main">
              <a:ext uri="{FF2B5EF4-FFF2-40B4-BE49-F238E27FC236}">
                <a16:creationId xmlns:a16="http://schemas.microsoft.com/office/drawing/2014/main" id="{785111F0-D857-45A0-B4EA-4A42C44D35B8}"/>
              </a:ext>
            </a:extLst>
          </p:cNvPr>
          <p:cNvSpPr>
            <a:spLocks xmlns:a="http://schemas.openxmlformats.org/drawingml/2006/main" noGrp="1"/>
          </p:cNvSpPr>
          <p:nvPr/>
        </p:nvSpPr>
        <p:spPr>
          <a:xfrm xmlns:a="http://schemas.openxmlformats.org/drawingml/2006/main">
            <a:off x="609600" y="5724525"/>
            <a:ext cx="10858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42616A"/>
                </a:solidFill>
                <a:latin typeface="DejaVu Sans"/>
                <a:ea typeface="DejaVu Sans"/>
                <a:cs typeface="DejaVu Sans"/>
              </a:defRPr>
            </a:defPPr>
            <a:lvl1pPr>
              <a:defRPr sz="1500" b="0">
                <a:solidFill>
                  <a:srgbClr val="42616A"/>
                </a:solidFill>
                <a:latin typeface="DejaVu Sans"/>
                <a:ea typeface="DejaVu Sans"/>
                <a:cs typeface="DejaVu Sans"/>
              </a:defRPr>
            </a:lvl1pPr>
            <a:lvl2pPr>
              <a:defRPr sz="1500" b="0">
                <a:solidFill>
                  <a:srgbClr val="42616A"/>
                </a:solidFill>
                <a:latin typeface="DejaVu Sans"/>
                <a:ea typeface="DejaVu Sans"/>
                <a:cs typeface="DejaVu Sans"/>
              </a:defRPr>
            </a:lvl2pPr>
            <a:lvl3pPr>
              <a:defRPr sz="1500" b="0">
                <a:solidFill>
                  <a:srgbClr val="42616A"/>
                </a:solidFill>
                <a:latin typeface="DejaVu Sans"/>
                <a:ea typeface="DejaVu Sans"/>
                <a:cs typeface="DejaVu Sans"/>
              </a:defRPr>
            </a:lvl3pPr>
            <a:lvl4pPr>
              <a:defRPr sz="1500" b="0">
                <a:solidFill>
                  <a:srgbClr val="42616A"/>
                </a:solidFill>
                <a:latin typeface="DejaVu Sans"/>
                <a:ea typeface="DejaVu Sans"/>
                <a:cs typeface="DejaVu Sans"/>
              </a:defRPr>
            </a:lvl4pPr>
            <a:lvl5pPr>
              <a:defRPr sz="1500" b="0">
                <a:solidFill>
                  <a:srgbClr val="42616A"/>
                </a:solidFill>
                <a:latin typeface="DejaVu Sans"/>
                <a:ea typeface="DejaVu Sans"/>
                <a:cs typeface="DejaVu Sans"/>
              </a:defRPr>
            </a:lvl5pPr>
            <a:lvl6pPr>
              <a:defRPr sz="1500" b="0">
                <a:solidFill>
                  <a:srgbClr val="42616A"/>
                </a:solidFill>
                <a:latin typeface="DejaVu Sans"/>
                <a:ea typeface="DejaVu Sans"/>
                <a:cs typeface="DejaVu Sans"/>
              </a:defRPr>
            </a:lvl6pPr>
            <a:lvl7pPr>
              <a:defRPr sz="1500" b="0">
                <a:solidFill>
                  <a:srgbClr val="42616A"/>
                </a:solidFill>
                <a:latin typeface="DejaVu Sans"/>
                <a:ea typeface="DejaVu Sans"/>
                <a:cs typeface="DejaVu Sans"/>
              </a:defRPr>
            </a:lvl7pPr>
            <a:lvl8pPr>
              <a:defRPr sz="1500" b="0">
                <a:solidFill>
                  <a:srgbClr val="42616A"/>
                </a:solidFill>
                <a:latin typeface="DejaVu Sans"/>
                <a:ea typeface="DejaVu Sans"/>
                <a:cs typeface="DejaVu Sans"/>
              </a:defRPr>
            </a:lvl8pPr>
            <a:lvl9pPr>
              <a:defRPr sz="1500" b="0">
                <a:solidFill>
                  <a:srgbClr val="42616A"/>
                </a:solidFill>
                <a:latin typeface="DejaVu Sans"/>
                <a:ea typeface="DejaVu Sans"/>
                <a:cs typeface="DejaVu Sans"/>
              </a:defRPr>
            </a:lvl9pPr>
          </a:lstStyle>
          <a:p xmlns:a="http://schemas.openxmlformats.org/drawingml/2006/main">
            <a:pPr>
              <a:defRPr sz="1500" b="0">
                <a:solidFill>
                  <a:srgbClr val="42616A"/>
                </a:solidFill>
                <a:latin typeface="DejaVu Sans"/>
                <a:ea typeface="DejaVu Sans"/>
                <a:cs typeface="DejaVu Sans"/>
              </a:defRPr>
            </a:pPr>
            <a:r>
              <a:rPr sz="1500" b="0">
                <a:solidFill>
                  <a:srgbClr val="42616A"/>
                </a:solidFill>
                <a:latin typeface="DejaVu Sans"/>
                <a:ea typeface="DejaVu Sans"/>
                <a:cs typeface="DejaVu Sans"/>
              </a:rPr>
              <a:t>Both sides can confirm readiness to begin early. Existing live fixtures keep their original deadline.</a:t>
            </a:r>
          </a:p>
        </p:txBody>
      </p:sp>
      <p:sp>
        <p:nvSpPr>
          <p:cNvPr id="14" name="footer">
            <a:extLst xmlns:a="http://schemas.openxmlformats.org/drawingml/2006/main">
              <a:ext uri="{FF2B5EF4-FFF2-40B4-BE49-F238E27FC236}">
                <a16:creationId xmlns:a16="http://schemas.microsoft.com/office/drawing/2014/main" id="{7E8E3911-6BEE-4D3B-BE9B-CFC9439C4C62}"/>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15" name="folio">
            <a:extLst xmlns:a="http://schemas.openxmlformats.org/drawingml/2006/main">
              <a:ext uri="{FF2B5EF4-FFF2-40B4-BE49-F238E27FC236}">
                <a16:creationId xmlns:a16="http://schemas.microsoft.com/office/drawing/2014/main" id="{01A4A4D8-BB2A-49A6-9F88-45688E326600}"/>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5</a:t>
            </a:r>
          </a:p>
        </p:txBody>
      </p:sp>
    </p:spTree>
    <p:extLst>
      <p:ext uri="{BB962C8B-B14F-4D97-AF65-F5344CB8AC3E}">
        <p14:creationId xmlns:p14="http://schemas.microsoft.com/office/powerpoint/2010/main" val="1927856500"/>
      </p:ext>
    </p:extLst>
  </p:cSld>
</p:sld>
</file>

<file path=ppt/slides/slide6.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E9EFF851-30E3-4064-A87F-8C6EC9527E57}"/>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LEADERSHIP &amp; IDENTITY</a:t>
            </a:r>
          </a:p>
        </p:txBody>
      </p:sp>
      <p:sp>
        <p:nvSpPr>
          <p:cNvPr id="2" name="title">
            <a:extLst xmlns:a="http://schemas.openxmlformats.org/drawingml/2006/main">
              <a:ext uri="{FF2B5EF4-FFF2-40B4-BE49-F238E27FC236}">
                <a16:creationId xmlns:a16="http://schemas.microsoft.com/office/drawing/2014/main" id="{AD0DA3CD-B713-4971-B560-C9092256845D}"/>
              </a:ext>
            </a:extLst>
          </p:cNvPr>
          <p:cNvSpPr>
            <a:spLocks xmlns:a="http://schemas.openxmlformats.org/drawingml/2006/main" noGrp="1"/>
          </p:cNvSpPr>
          <p:nvPr/>
        </p:nvSpPr>
        <p:spPr>
          <a:xfrm xmlns:a="http://schemas.openxmlformats.org/drawingml/2006/main">
            <a:off x="609600" y="1000125"/>
            <a:ext cx="10963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Useful roles. Playful badges.</a:t>
            </a:r>
          </a:p>
        </p:txBody>
      </p:sp>
      <p:sp>
        <p:nvSpPr>
          <p:cNvPr id="3" name="subtitle">
            <a:extLst xmlns:a="http://schemas.openxmlformats.org/drawingml/2006/main">
              <a:ext uri="{FF2B5EF4-FFF2-40B4-BE49-F238E27FC236}">
                <a16:creationId xmlns:a16="http://schemas.microsoft.com/office/drawing/2014/main" id="{6605D57F-6CC4-43AE-A9BC-108F36F6937D}"/>
              </a:ext>
            </a:extLst>
          </p:cNvPr>
          <p:cNvSpPr>
            <a:spLocks xmlns:a="http://schemas.openxmlformats.org/drawingml/2006/main" noGrp="1"/>
          </p:cNvSpPr>
          <p:nvPr/>
        </p:nvSpPr>
        <p:spPr>
          <a:xfrm xmlns:a="http://schemas.openxmlformats.org/drawingml/2006/main">
            <a:off x="609600" y="18383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2C35"/>
                </a:solidFill>
                <a:latin typeface="DejaVu Sans"/>
                <a:ea typeface="DejaVu Sans"/>
                <a:cs typeface="DejaVu Sans"/>
              </a:defRPr>
            </a:defPPr>
            <a:lvl1pPr>
              <a:defRPr sz="2025" b="0">
                <a:solidFill>
                  <a:srgbClr val="122C35"/>
                </a:solidFill>
                <a:latin typeface="DejaVu Sans"/>
                <a:ea typeface="DejaVu Sans"/>
                <a:cs typeface="DejaVu Sans"/>
              </a:defRPr>
            </a:lvl1pPr>
            <a:lvl2pPr>
              <a:defRPr sz="2025" b="0">
                <a:solidFill>
                  <a:srgbClr val="122C35"/>
                </a:solidFill>
                <a:latin typeface="DejaVu Sans"/>
                <a:ea typeface="DejaVu Sans"/>
                <a:cs typeface="DejaVu Sans"/>
              </a:defRPr>
            </a:lvl2pPr>
            <a:lvl3pPr>
              <a:defRPr sz="2025" b="0">
                <a:solidFill>
                  <a:srgbClr val="122C35"/>
                </a:solidFill>
                <a:latin typeface="DejaVu Sans"/>
                <a:ea typeface="DejaVu Sans"/>
                <a:cs typeface="DejaVu Sans"/>
              </a:defRPr>
            </a:lvl3pPr>
            <a:lvl4pPr>
              <a:defRPr sz="2025" b="0">
                <a:solidFill>
                  <a:srgbClr val="122C35"/>
                </a:solidFill>
                <a:latin typeface="DejaVu Sans"/>
                <a:ea typeface="DejaVu Sans"/>
                <a:cs typeface="DejaVu Sans"/>
              </a:defRPr>
            </a:lvl4pPr>
            <a:lvl5pPr>
              <a:defRPr sz="2025" b="0">
                <a:solidFill>
                  <a:srgbClr val="122C35"/>
                </a:solidFill>
                <a:latin typeface="DejaVu Sans"/>
                <a:ea typeface="DejaVu Sans"/>
                <a:cs typeface="DejaVu Sans"/>
              </a:defRPr>
            </a:lvl5pPr>
            <a:lvl6pPr>
              <a:defRPr sz="2025" b="0">
                <a:solidFill>
                  <a:srgbClr val="122C35"/>
                </a:solidFill>
                <a:latin typeface="DejaVu Sans"/>
                <a:ea typeface="DejaVu Sans"/>
                <a:cs typeface="DejaVu Sans"/>
              </a:defRPr>
            </a:lvl6pPr>
            <a:lvl7pPr>
              <a:defRPr sz="2025" b="0">
                <a:solidFill>
                  <a:srgbClr val="122C35"/>
                </a:solidFill>
                <a:latin typeface="DejaVu Sans"/>
                <a:ea typeface="DejaVu Sans"/>
                <a:cs typeface="DejaVu Sans"/>
              </a:defRPr>
            </a:lvl7pPr>
            <a:lvl8pPr>
              <a:defRPr sz="2025" b="0">
                <a:solidFill>
                  <a:srgbClr val="122C35"/>
                </a:solidFill>
                <a:latin typeface="DejaVu Sans"/>
                <a:ea typeface="DejaVu Sans"/>
                <a:cs typeface="DejaVu Sans"/>
              </a:defRPr>
            </a:lvl8pPr>
            <a:lvl9pPr>
              <a:defRPr sz="2025" b="0">
                <a:solidFill>
                  <a:srgbClr val="122C35"/>
                </a:solidFill>
                <a:latin typeface="DejaVu Sans"/>
                <a:ea typeface="DejaVu Sans"/>
                <a:cs typeface="DejaVu Sans"/>
              </a:defRPr>
            </a:lvl9pPr>
          </a:lstStyle>
          <a:p xmlns:a="http://schemas.openxmlformats.org/drawingml/2006/main">
            <a:pPr>
              <a:defRPr sz="2025" b="0">
                <a:solidFill>
                  <a:srgbClr val="122C35"/>
                </a:solidFill>
                <a:latin typeface="DejaVu Sans"/>
                <a:ea typeface="DejaVu Sans"/>
                <a:cs typeface="DejaVu Sans"/>
              </a:defRPr>
            </a:pPr>
            <a:r>
              <a:rPr sz="2025" b="0">
                <a:solidFill>
                  <a:srgbClr val="122C35"/>
                </a:solidFill>
                <a:latin typeface="DejaVu Sans"/>
                <a:ea typeface="DejaVu Sans"/>
                <a:cs typeface="DejaVu Sans"/>
              </a:rPr>
              <a:t>Authority and personality are separate.</a:t>
            </a:r>
          </a:p>
        </p:txBody>
      </p:sp>
      <p:graphicFrame>
        <p:nvGraphicFramePr>
          <p:cNvPr id="4" name="">
            <a:extLst xmlns:a="http://schemas.openxmlformats.org/drawingml/2006/main">
              <a:ext uri="{FF2B5EF4-FFF2-40B4-BE49-F238E27FC236}">
                <a16:creationId xmlns:a16="http://schemas.microsoft.com/office/drawing/2014/main" id="{04E0F2C8-E69D-415E-ACAE-0EE3B53943ED}"/>
              </a:ext>
            </a:extLst>
          </p:cNvPr>
          <p:cNvGraphicFramePr/>
          <p:nvPr/>
        </p:nvGraphicFramePr>
        <p:xfrm>
          <a:off xmlns:a="http://schemas.openxmlformats.org/drawingml/2006/main" x="609600" y="2667000"/>
          <a:ext xmlns:a="http://schemas.openxmlformats.org/drawingml/2006/main" cx="10972514" cy="2857500"/>
        </p:xfrm>
        <a:graphic xmlns:a="http://schemas.openxmlformats.org/drawingml/2006/main">
          <a:graphicData uri="http://schemas.openxmlformats.org/drawingml/2006/table">
            <a:tbl>
              <a:tblPr/>
              <a:tblGrid>
                <a:gridCol w="5486257"/>
                <a:gridCol w="5486257"/>
              </a:tblGrid>
              <a:tr h="571500">
                <a:tc>
                  <a:txBody>
                    <a:bodyPr/>
                    <a:lstStyle/>
                    <a:p>
                      <a:r>
                        <a:rPr sz="1500" b="1">
                          <a:solidFill>
                            <a:srgbClr val="F7F1E6"/>
                          </a:solidFill>
                          <a:latin typeface="DejaVu Sans"/>
                          <a:ea typeface="DejaVu Sans"/>
                          <a:cs typeface="DejaVu Sans"/>
                        </a:rPr>
                        <a:t>Role</a:t>
                      </a:r>
                    </a:p>
                  </a:txBody>
                  <a:tcPr marL="91440" marR="91440" marT="45720" marB="45720">
                    <a:lnL w="9525">
                      <a:solidFill>
                        <a:srgbClr val="CCD1C8"/>
                      </a:solidFill>
                      <a:prstDash val="solid"/>
                    </a:lnL>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c>
                  <a:txBody>
                    <a:bodyPr/>
                    <a:lstStyle/>
                    <a:p>
                      <a:r>
                        <a:rPr sz="1500" b="1">
                          <a:solidFill>
                            <a:srgbClr val="F7F1E6"/>
                          </a:solidFill>
                          <a:latin typeface="DejaVu Sans"/>
                          <a:ea typeface="DejaVu Sans"/>
                          <a:cs typeface="DejaVu Sans"/>
                        </a:rPr>
                        <a:t>Purpose</a:t>
                      </a:r>
                    </a:p>
                  </a:txBody>
                  <a:tcPr marL="91440" marR="91440" marT="45720" marB="45720">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r>
              <a:tr h="571500">
                <a:tc>
                  <a:txBody>
                    <a:bodyPr/>
                    <a:lstStyle/>
                    <a:p>
                      <a:r>
                        <a:rPr sz="1725" b="0">
                          <a:solidFill>
                            <a:srgbClr val="122C35"/>
                          </a:solidFill>
                          <a:latin typeface="DejaVu Sans"/>
                          <a:ea typeface="DejaVu Sans"/>
                          <a:cs typeface="DejaVu Sans"/>
                        </a:rPr>
                        <a:t>Captain / Vice-captain</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Lead the club and confirm match decisions.</a:t>
                      </a:r>
                    </a:p>
                  </a:txBody>
                  <a:tcPr marL="91440" marR="91440" marT="45720" marB="45720">
                    <a:lnR w="9525">
                      <a:solidFill>
                        <a:srgbClr val="CCD1C8"/>
                      </a:solidFill>
                      <a:prstDash val="solid"/>
                    </a:lnR>
                    <a:lnB w="9525">
                      <a:solidFill>
                        <a:srgbClr val="CCD1C8"/>
                      </a:solidFill>
                      <a:prstDash val="solid"/>
                    </a:lnB>
                    <a:solidFill>
                      <a:srgbClr val="EEE8DC"/>
                    </a:solidFill>
                  </a:tcPr>
                </a:tc>
              </a:tr>
              <a:tr h="571500">
                <a:tc>
                  <a:txBody>
                    <a:bodyPr/>
                    <a:lstStyle/>
                    <a:p>
                      <a:r>
                        <a:rPr sz="1725" b="0">
                          <a:solidFill>
                            <a:srgbClr val="122C35"/>
                          </a:solidFill>
                          <a:latin typeface="DejaVu Sans"/>
                          <a:ea typeface="DejaVu Sans"/>
                          <a:cs typeface="DejaVu Sans"/>
                        </a:rPr>
                        <a:t>Coach</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Help arrange the lineup; limited authority.</a:t>
                      </a:r>
                    </a:p>
                  </a:txBody>
                  <a:tcPr marL="91440" marR="91440" marT="45720" marB="45720">
                    <a:lnR w="9525">
                      <a:solidFill>
                        <a:srgbClr val="CCD1C8"/>
                      </a:solidFill>
                      <a:prstDash val="solid"/>
                    </a:lnR>
                    <a:lnB w="9525">
                      <a:solidFill>
                        <a:srgbClr val="CCD1C8"/>
                      </a:solidFill>
                      <a:prstDash val="solid"/>
                    </a:lnB>
                    <a:solidFill>
                      <a:srgbClr val="F7F1E6"/>
                    </a:solidFill>
                  </a:tcPr>
                </a:tc>
              </a:tr>
              <a:tr h="571500">
                <a:tc>
                  <a:txBody>
                    <a:bodyPr/>
                    <a:lstStyle/>
                    <a:p>
                      <a:r>
                        <a:rPr sz="1725" b="0">
                          <a:solidFill>
                            <a:srgbClr val="122C35"/>
                          </a:solidFill>
                          <a:latin typeface="DejaVu Sans"/>
                          <a:ea typeface="DejaVu Sans"/>
                          <a:cs typeface="DejaVu Sans"/>
                        </a:rPr>
                        <a:t>Member / Reserve</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Belong to the roster; play when selected.</a:t>
                      </a:r>
                    </a:p>
                  </a:txBody>
                  <a:tcPr marL="91440" marR="91440" marT="45720" marB="45720">
                    <a:lnR w="9525">
                      <a:solidFill>
                        <a:srgbClr val="CCD1C8"/>
                      </a:solidFill>
                      <a:prstDash val="solid"/>
                    </a:lnR>
                    <a:lnB w="9525">
                      <a:solidFill>
                        <a:srgbClr val="CCD1C8"/>
                      </a:solidFill>
                      <a:prstDash val="solid"/>
                    </a:lnB>
                    <a:solidFill>
                      <a:srgbClr val="EEE8DC"/>
                    </a:solidFill>
                  </a:tcPr>
                </a:tc>
              </a:tr>
              <a:tr h="571500">
                <a:tc>
                  <a:txBody>
                    <a:bodyPr/>
                    <a:lstStyle/>
                    <a:p>
                      <a:r>
                        <a:rPr sz="1725" b="0">
                          <a:solidFill>
                            <a:srgbClr val="122C35"/>
                          </a:solidFill>
                          <a:latin typeface="DejaVu Sans"/>
                          <a:ea typeface="DejaVu Sans"/>
                          <a:cs typeface="DejaVu Sans"/>
                        </a:rPr>
                        <a:t>Bottle boy &amp; fun badges</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Opt-in identity; remove your own badge.</a:t>
                      </a:r>
                    </a:p>
                  </a:txBody>
                  <a:tcPr marL="91440" marR="91440" marT="45720" marB="45720">
                    <a:lnR w="9525">
                      <a:solidFill>
                        <a:srgbClr val="CCD1C8"/>
                      </a:solidFill>
                      <a:prstDash val="solid"/>
                    </a:lnR>
                    <a:lnB w="9525">
                      <a:solidFill>
                        <a:srgbClr val="CCD1C8"/>
                      </a:solidFill>
                      <a:prstDash val="solid"/>
                    </a:lnB>
                    <a:solidFill>
                      <a:srgbClr val="F7F1E6"/>
                    </a:solidFill>
                  </a:tcPr>
                </a:tc>
              </a:tr>
            </a:tbl>
          </a:graphicData>
        </a:graphic>
      </p:graphicFrame>
      <p:sp>
        <p:nvSpPr>
          <p:cNvPr id="5" name="scope">
            <a:extLst xmlns:a="http://schemas.openxmlformats.org/drawingml/2006/main">
              <a:ext uri="{FF2B5EF4-FFF2-40B4-BE49-F238E27FC236}">
                <a16:creationId xmlns:a16="http://schemas.microsoft.com/office/drawing/2014/main" id="{0083433D-B53A-4E91-8C18-F09B63353DD1}"/>
              </a:ext>
            </a:extLst>
          </p:cNvPr>
          <p:cNvSpPr>
            <a:spLocks xmlns:a="http://schemas.openxmlformats.org/drawingml/2006/main" noGrp="1"/>
          </p:cNvSpPr>
          <p:nvPr/>
        </p:nvSpPr>
        <p:spPr>
          <a:xfrm xmlns:a="http://schemas.openxmlformats.org/drawingml/2006/main">
            <a:off x="609600" y="5772150"/>
            <a:ext cx="10906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42616A"/>
                </a:solidFill>
                <a:latin typeface="DejaVu Sans"/>
                <a:ea typeface="DejaVu Sans"/>
                <a:cs typeface="DejaVu Sans"/>
              </a:defRPr>
            </a:defPPr>
            <a:lvl1pPr>
              <a:defRPr sz="1650" b="0">
                <a:solidFill>
                  <a:srgbClr val="42616A"/>
                </a:solidFill>
                <a:latin typeface="DejaVu Sans"/>
                <a:ea typeface="DejaVu Sans"/>
                <a:cs typeface="DejaVu Sans"/>
              </a:defRPr>
            </a:lvl1pPr>
            <a:lvl2pPr>
              <a:defRPr sz="1650" b="0">
                <a:solidFill>
                  <a:srgbClr val="42616A"/>
                </a:solidFill>
                <a:latin typeface="DejaVu Sans"/>
                <a:ea typeface="DejaVu Sans"/>
                <a:cs typeface="DejaVu Sans"/>
              </a:defRPr>
            </a:lvl2pPr>
            <a:lvl3pPr>
              <a:defRPr sz="1650" b="0">
                <a:solidFill>
                  <a:srgbClr val="42616A"/>
                </a:solidFill>
                <a:latin typeface="DejaVu Sans"/>
                <a:ea typeface="DejaVu Sans"/>
                <a:cs typeface="DejaVu Sans"/>
              </a:defRPr>
            </a:lvl3pPr>
            <a:lvl4pPr>
              <a:defRPr sz="1650" b="0">
                <a:solidFill>
                  <a:srgbClr val="42616A"/>
                </a:solidFill>
                <a:latin typeface="DejaVu Sans"/>
                <a:ea typeface="DejaVu Sans"/>
                <a:cs typeface="DejaVu Sans"/>
              </a:defRPr>
            </a:lvl4pPr>
            <a:lvl5pPr>
              <a:defRPr sz="1650" b="0">
                <a:solidFill>
                  <a:srgbClr val="42616A"/>
                </a:solidFill>
                <a:latin typeface="DejaVu Sans"/>
                <a:ea typeface="DejaVu Sans"/>
                <a:cs typeface="DejaVu Sans"/>
              </a:defRPr>
            </a:lvl5pPr>
            <a:lvl6pPr>
              <a:defRPr sz="1650" b="0">
                <a:solidFill>
                  <a:srgbClr val="42616A"/>
                </a:solidFill>
                <a:latin typeface="DejaVu Sans"/>
                <a:ea typeface="DejaVu Sans"/>
                <a:cs typeface="DejaVu Sans"/>
              </a:defRPr>
            </a:lvl6pPr>
            <a:lvl7pPr>
              <a:defRPr sz="1650" b="0">
                <a:solidFill>
                  <a:srgbClr val="42616A"/>
                </a:solidFill>
                <a:latin typeface="DejaVu Sans"/>
                <a:ea typeface="DejaVu Sans"/>
                <a:cs typeface="DejaVu Sans"/>
              </a:defRPr>
            </a:lvl7pPr>
            <a:lvl8pPr>
              <a:defRPr sz="1650" b="0">
                <a:solidFill>
                  <a:srgbClr val="42616A"/>
                </a:solidFill>
                <a:latin typeface="DejaVu Sans"/>
                <a:ea typeface="DejaVu Sans"/>
                <a:cs typeface="DejaVu Sans"/>
              </a:defRPr>
            </a:lvl8pPr>
            <a:lvl9pPr>
              <a:defRPr sz="1650" b="0">
                <a:solidFill>
                  <a:srgbClr val="42616A"/>
                </a:solidFill>
                <a:latin typeface="DejaVu Sans"/>
                <a:ea typeface="DejaVu Sans"/>
                <a:cs typeface="DejaVu Sans"/>
              </a:defRPr>
            </a:lvl9pPr>
          </a:lstStyle>
          <a:p xmlns:a="http://schemas.openxmlformats.org/drawingml/2006/main">
            <a:pPr>
              <a:defRPr sz="1650" b="0">
                <a:solidFill>
                  <a:srgbClr val="42616A"/>
                </a:solidFill>
                <a:latin typeface="DejaVu Sans"/>
                <a:ea typeface="DejaVu Sans"/>
                <a:cs typeface="DejaVu Sans"/>
              </a:defRPr>
            </a:pPr>
            <a:r>
              <a:rPr sz="1650" b="0">
                <a:solidFill>
                  <a:srgbClr val="42616A"/>
                </a:solidFill>
                <a:latin typeface="DejaVu Sans"/>
                <a:ea typeface="DejaVu Sans"/>
                <a:cs typeface="DejaVu Sans"/>
              </a:rPr>
              <a:t>A badge never grants permission, better answers or extra playing slots.</a:t>
            </a:r>
          </a:p>
        </p:txBody>
      </p:sp>
      <p:sp>
        <p:nvSpPr>
          <p:cNvPr id="6" name="footer">
            <a:extLst xmlns:a="http://schemas.openxmlformats.org/drawingml/2006/main">
              <a:ext uri="{FF2B5EF4-FFF2-40B4-BE49-F238E27FC236}">
                <a16:creationId xmlns:a16="http://schemas.microsoft.com/office/drawing/2014/main" id="{84D965D1-4BE9-43E7-BB04-2B0DCB56823B}"/>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7" name="folio">
            <a:extLst xmlns:a="http://schemas.openxmlformats.org/drawingml/2006/main">
              <a:ext uri="{FF2B5EF4-FFF2-40B4-BE49-F238E27FC236}">
                <a16:creationId xmlns:a16="http://schemas.microsoft.com/office/drawing/2014/main" id="{4A8E5804-3330-4F05-846F-EAF179633642}"/>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6</a:t>
            </a:r>
          </a:p>
        </p:txBody>
      </p:sp>
    </p:spTree>
    <p:extLst>
      <p:ext uri="{BB962C8B-B14F-4D97-AF65-F5344CB8AC3E}">
        <p14:creationId xmlns:p14="http://schemas.microsoft.com/office/powerpoint/2010/main" val="1609807775"/>
      </p:ext>
    </p:extLst>
  </p:cSld>
</p:sld>
</file>

<file path=ppt/slides/slide7.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07ED23AC-CA92-4F0C-9A21-C03BA3E8E594}"/>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THE RIVALRY</a:t>
            </a:r>
          </a:p>
        </p:txBody>
      </p:sp>
      <p:sp>
        <p:nvSpPr>
          <p:cNvPr id="2" name="title">
            <a:extLst xmlns:a="http://schemas.openxmlformats.org/drawingml/2006/main">
              <a:ext uri="{FF2B5EF4-FFF2-40B4-BE49-F238E27FC236}">
                <a16:creationId xmlns:a16="http://schemas.microsoft.com/office/drawing/2014/main" id="{6C6FC24E-5A0E-4DC6-842A-6A8E19C1727A}"/>
              </a:ext>
            </a:extLst>
          </p:cNvPr>
          <p:cNvSpPr>
            <a:spLocks xmlns:a="http://schemas.openxmlformats.org/drawingml/2006/main" noGrp="1"/>
          </p:cNvSpPr>
          <p:nvPr/>
        </p:nvSpPr>
        <p:spPr>
          <a:xfrm xmlns:a="http://schemas.openxmlformats.org/drawingml/2006/main">
            <a:off x="609600" y="990600"/>
            <a:ext cx="5953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One opponent now. A cup to chase next.</a:t>
            </a:r>
          </a:p>
        </p:txBody>
      </p:sp>
      <p:sp>
        <p:nvSpPr>
          <p:cNvPr id="3" name="subtitle">
            <a:extLst xmlns:a="http://schemas.openxmlformats.org/drawingml/2006/main">
              <a:ext uri="{FF2B5EF4-FFF2-40B4-BE49-F238E27FC236}">
                <a16:creationId xmlns:a16="http://schemas.microsoft.com/office/drawing/2014/main" id="{77876E6A-DFF7-4129-86AB-35E696A95217}"/>
              </a:ext>
            </a:extLst>
          </p:cNvPr>
          <p:cNvSpPr>
            <a:spLocks xmlns:a="http://schemas.openxmlformats.org/drawingml/2006/main" noGrp="1"/>
          </p:cNvSpPr>
          <p:nvPr/>
        </p:nvSpPr>
        <p:spPr>
          <a:xfrm xmlns:a="http://schemas.openxmlformats.org/drawingml/2006/main">
            <a:off x="609600" y="2714625"/>
            <a:ext cx="571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2C35"/>
                </a:solidFill>
                <a:latin typeface="DejaVu Sans"/>
                <a:ea typeface="DejaVu Sans"/>
                <a:cs typeface="DejaVu Sans"/>
              </a:defRPr>
            </a:defPPr>
            <a:lvl1pPr>
              <a:defRPr sz="2100" b="0">
                <a:solidFill>
                  <a:srgbClr val="122C35"/>
                </a:solidFill>
                <a:latin typeface="DejaVu Sans"/>
                <a:ea typeface="DejaVu Sans"/>
                <a:cs typeface="DejaVu Sans"/>
              </a:defRPr>
            </a:lvl1pPr>
            <a:lvl2pPr>
              <a:defRPr sz="2100" b="0">
                <a:solidFill>
                  <a:srgbClr val="122C35"/>
                </a:solidFill>
                <a:latin typeface="DejaVu Sans"/>
                <a:ea typeface="DejaVu Sans"/>
                <a:cs typeface="DejaVu Sans"/>
              </a:defRPr>
            </a:lvl2pPr>
            <a:lvl3pPr>
              <a:defRPr sz="2100" b="0">
                <a:solidFill>
                  <a:srgbClr val="122C35"/>
                </a:solidFill>
                <a:latin typeface="DejaVu Sans"/>
                <a:ea typeface="DejaVu Sans"/>
                <a:cs typeface="DejaVu Sans"/>
              </a:defRPr>
            </a:lvl3pPr>
            <a:lvl4pPr>
              <a:defRPr sz="2100" b="0">
                <a:solidFill>
                  <a:srgbClr val="122C35"/>
                </a:solidFill>
                <a:latin typeface="DejaVu Sans"/>
                <a:ea typeface="DejaVu Sans"/>
                <a:cs typeface="DejaVu Sans"/>
              </a:defRPr>
            </a:lvl4pPr>
            <a:lvl5pPr>
              <a:defRPr sz="2100" b="0">
                <a:solidFill>
                  <a:srgbClr val="122C35"/>
                </a:solidFill>
                <a:latin typeface="DejaVu Sans"/>
                <a:ea typeface="DejaVu Sans"/>
                <a:cs typeface="DejaVu Sans"/>
              </a:defRPr>
            </a:lvl5pPr>
            <a:lvl6pPr>
              <a:defRPr sz="2100" b="0">
                <a:solidFill>
                  <a:srgbClr val="122C35"/>
                </a:solidFill>
                <a:latin typeface="DejaVu Sans"/>
                <a:ea typeface="DejaVu Sans"/>
                <a:cs typeface="DejaVu Sans"/>
              </a:defRPr>
            </a:lvl6pPr>
            <a:lvl7pPr>
              <a:defRPr sz="2100" b="0">
                <a:solidFill>
                  <a:srgbClr val="122C35"/>
                </a:solidFill>
                <a:latin typeface="DejaVu Sans"/>
                <a:ea typeface="DejaVu Sans"/>
                <a:cs typeface="DejaVu Sans"/>
              </a:defRPr>
            </a:lvl7pPr>
            <a:lvl8pPr>
              <a:defRPr sz="2100" b="0">
                <a:solidFill>
                  <a:srgbClr val="122C35"/>
                </a:solidFill>
                <a:latin typeface="DejaVu Sans"/>
                <a:ea typeface="DejaVu Sans"/>
                <a:cs typeface="DejaVu Sans"/>
              </a:defRPr>
            </a:lvl8pPr>
            <a:lvl9pPr>
              <a:defRPr sz="2100" b="0">
                <a:solidFill>
                  <a:srgbClr val="122C35"/>
                </a:solidFill>
                <a:latin typeface="DejaVu Sans"/>
                <a:ea typeface="DejaVu Sans"/>
                <a:cs typeface="DejaVu Sans"/>
              </a:defRPr>
            </a:lvl9pPr>
          </a:lstStyle>
          <a:p xmlns:a="http://schemas.openxmlformats.org/drawingml/2006/main">
            <a:pPr>
              <a:defRPr sz="2100" b="0">
                <a:solidFill>
                  <a:srgbClr val="122C35"/>
                </a:solidFill>
                <a:latin typeface="DejaVu Sans"/>
                <a:ea typeface="DejaVu Sans"/>
                <a:cs typeface="DejaVu Sans"/>
              </a:defRPr>
            </a:pPr>
            <a:r>
              <a:rPr sz="2100" b="0">
                <a:solidFill>
                  <a:srgbClr val="122C35"/>
                </a:solidFill>
                <a:latin typeface="DejaVu Sans"/>
                <a:ea typeface="DejaVu Sans"/>
                <a:cs typeface="DejaVu Sans"/>
              </a:rPr>
              <a:t>Team fixtures build toward small, understandable tournaments.</a:t>
            </a:r>
          </a:p>
        </p:txBody>
      </p:sp>
      <p:sp>
        <p:nvSpPr>
          <p:cNvPr id="4" name="body">
            <a:extLst xmlns:a="http://schemas.openxmlformats.org/drawingml/2006/main">
              <a:ext uri="{FF2B5EF4-FFF2-40B4-BE49-F238E27FC236}">
                <a16:creationId xmlns:a16="http://schemas.microsoft.com/office/drawing/2014/main" id="{F2C78007-5355-4034-900F-3B3F7129117E}"/>
              </a:ext>
            </a:extLst>
          </p:cNvPr>
          <p:cNvSpPr>
            <a:spLocks xmlns:a="http://schemas.openxmlformats.org/drawingml/2006/main" noGrp="1"/>
          </p:cNvSpPr>
          <p:nvPr/>
        </p:nvSpPr>
        <p:spPr>
          <a:xfrm xmlns:a="http://schemas.openxmlformats.org/drawingml/2006/main">
            <a:off x="609600" y="3667125"/>
            <a:ext cx="5715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Challenge another club with a visible format and deadline.</a:t>
            </a:r>
          </a:p>
          <a:p xmlns:a="http://schemas.openxmlformats.org/drawingml/2006/main">
            <a:r>
              <a:t/>
            </a:r>
          </a:p>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A four-team cup gives each match a place in the bracket.</a:t>
            </a:r>
          </a:p>
          <a:p xmlns:a="http://schemas.openxmlformats.org/drawingml/2006/main">
            <a:r>
              <a:t/>
            </a:r>
          </a:p>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Show who is playing, what is locked and what happens next.</a:t>
            </a:r>
          </a:p>
        </p:txBody>
      </p:sp>
      <p:pic>
        <p:nvPicPr>
          <p:cNvPr id="5" name="">
            <a:extLst xmlns:a="http://schemas.openxmlformats.org/drawingml/2006/main">
              <a:ext uri="{FF2B5EF4-FFF2-40B4-BE49-F238E27FC236}">
                <a16:creationId xmlns:a16="http://schemas.microsoft.com/office/drawing/2014/main" id="{59BEB80F-E730-4308-AA14-77951F76D774}"/>
              </a:ext>
            </a:extLst>
          </p:cNvPr>
          <p:cNvPicPr>
            <a:picLocks xmlns:a="http://schemas.openxmlformats.org/drawingml/2006/main" noChangeAspect="1"/>
          </p:cNvPicPr>
          <p:nvPr/>
        </p:nvPicPr>
        <p:blipFill>
          <a:blip xmlns:r="http://schemas.openxmlformats.org/officeDocument/2006/relationships" xmlns:a="http://schemas.openxmlformats.org/drawingml/2006/main" r:embed="R594f815101b34b88"/>
          <a:srcRect xmlns:a="http://schemas.openxmlformats.org/drawingml/2006/main" l="17467" t="0" r="17467" b="0"/>
          <a:stretch xmlns:a="http://schemas.openxmlformats.org/drawingml/2006/main">
            <a:fillRect l="0" t="0" r="0" b="0"/>
          </a:stretch>
        </p:blipFill>
        <p:spPr>
          <a:xfrm xmlns:a="http://schemas.openxmlformats.org/drawingml/2006/main">
            <a:off x="6924675" y="1057275"/>
            <a:ext cx="4657439" cy="4772025"/>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20DA4597-6E4C-45A2-9B89-48F7BD7C8F10}"/>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7" name="folio">
            <a:extLst xmlns:a="http://schemas.openxmlformats.org/drawingml/2006/main">
              <a:ext uri="{FF2B5EF4-FFF2-40B4-BE49-F238E27FC236}">
                <a16:creationId xmlns:a16="http://schemas.microsoft.com/office/drawing/2014/main" id="{BDC99942-EDE7-4137-B31D-87F820DC6008}"/>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7</a:t>
            </a:r>
          </a:p>
        </p:txBody>
      </p:sp>
    </p:spTree>
    <p:extLst>
      <p:ext uri="{BB962C8B-B14F-4D97-AF65-F5344CB8AC3E}">
        <p14:creationId xmlns:p14="http://schemas.microsoft.com/office/powerpoint/2010/main" val="1948115633"/>
      </p:ext>
    </p:extLst>
  </p:cSld>
</p:sld>
</file>

<file path=ppt/slides/slide8.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ABD956CE-EACE-4865-BD98-6858D21996DE}"/>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MOBILE FIRST</a:t>
            </a:r>
          </a:p>
        </p:txBody>
      </p:sp>
      <p:sp>
        <p:nvSpPr>
          <p:cNvPr id="2" name="title">
            <a:extLst xmlns:a="http://schemas.openxmlformats.org/drawingml/2006/main">
              <a:ext uri="{FF2B5EF4-FFF2-40B4-BE49-F238E27FC236}">
                <a16:creationId xmlns:a16="http://schemas.microsoft.com/office/drawing/2014/main" id="{51157FA6-1E91-4654-A5AA-0642FF42AC6E}"/>
              </a:ext>
            </a:extLst>
          </p:cNvPr>
          <p:cNvSpPr>
            <a:spLocks xmlns:a="http://schemas.openxmlformats.org/drawingml/2006/main" noGrp="1"/>
          </p:cNvSpPr>
          <p:nvPr/>
        </p:nvSpPr>
        <p:spPr>
          <a:xfrm xmlns:a="http://schemas.openxmlformats.org/drawingml/2006/main">
            <a:off x="609600" y="1000125"/>
            <a:ext cx="10963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The first tap should start the story.</a:t>
            </a:r>
          </a:p>
        </p:txBody>
      </p:sp>
      <p:sp>
        <p:nvSpPr>
          <p:cNvPr id="3" name="subtitle">
            <a:extLst xmlns:a="http://schemas.openxmlformats.org/drawingml/2006/main">
              <a:ext uri="{FF2B5EF4-FFF2-40B4-BE49-F238E27FC236}">
                <a16:creationId xmlns:a16="http://schemas.microsoft.com/office/drawing/2014/main" id="{5934810D-B9D1-4D8C-99B9-6BCD8C7D8E1B}"/>
              </a:ext>
            </a:extLst>
          </p:cNvPr>
          <p:cNvSpPr>
            <a:spLocks xmlns:a="http://schemas.openxmlformats.org/drawingml/2006/main" noGrp="1"/>
          </p:cNvSpPr>
          <p:nvPr/>
        </p:nvSpPr>
        <p:spPr>
          <a:xfrm xmlns:a="http://schemas.openxmlformats.org/drawingml/2006/main">
            <a:off x="609600" y="184785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2C35"/>
                </a:solidFill>
                <a:latin typeface="DejaVu Sans"/>
                <a:ea typeface="DejaVu Sans"/>
                <a:cs typeface="DejaVu Sans"/>
              </a:defRPr>
            </a:defPPr>
            <a:lvl1pPr>
              <a:defRPr sz="2025" b="0">
                <a:solidFill>
                  <a:srgbClr val="122C35"/>
                </a:solidFill>
                <a:latin typeface="DejaVu Sans"/>
                <a:ea typeface="DejaVu Sans"/>
                <a:cs typeface="DejaVu Sans"/>
              </a:defRPr>
            </a:lvl1pPr>
            <a:lvl2pPr>
              <a:defRPr sz="2025" b="0">
                <a:solidFill>
                  <a:srgbClr val="122C35"/>
                </a:solidFill>
                <a:latin typeface="DejaVu Sans"/>
                <a:ea typeface="DejaVu Sans"/>
                <a:cs typeface="DejaVu Sans"/>
              </a:defRPr>
            </a:lvl2pPr>
            <a:lvl3pPr>
              <a:defRPr sz="2025" b="0">
                <a:solidFill>
                  <a:srgbClr val="122C35"/>
                </a:solidFill>
                <a:latin typeface="DejaVu Sans"/>
                <a:ea typeface="DejaVu Sans"/>
                <a:cs typeface="DejaVu Sans"/>
              </a:defRPr>
            </a:lvl3pPr>
            <a:lvl4pPr>
              <a:defRPr sz="2025" b="0">
                <a:solidFill>
                  <a:srgbClr val="122C35"/>
                </a:solidFill>
                <a:latin typeface="DejaVu Sans"/>
                <a:ea typeface="DejaVu Sans"/>
                <a:cs typeface="DejaVu Sans"/>
              </a:defRPr>
            </a:lvl4pPr>
            <a:lvl5pPr>
              <a:defRPr sz="2025" b="0">
                <a:solidFill>
                  <a:srgbClr val="122C35"/>
                </a:solidFill>
                <a:latin typeface="DejaVu Sans"/>
                <a:ea typeface="DejaVu Sans"/>
                <a:cs typeface="DejaVu Sans"/>
              </a:defRPr>
            </a:lvl5pPr>
            <a:lvl6pPr>
              <a:defRPr sz="2025" b="0">
                <a:solidFill>
                  <a:srgbClr val="122C35"/>
                </a:solidFill>
                <a:latin typeface="DejaVu Sans"/>
                <a:ea typeface="DejaVu Sans"/>
                <a:cs typeface="DejaVu Sans"/>
              </a:defRPr>
            </a:lvl6pPr>
            <a:lvl7pPr>
              <a:defRPr sz="2025" b="0">
                <a:solidFill>
                  <a:srgbClr val="122C35"/>
                </a:solidFill>
                <a:latin typeface="DejaVu Sans"/>
                <a:ea typeface="DejaVu Sans"/>
                <a:cs typeface="DejaVu Sans"/>
              </a:defRPr>
            </a:lvl7pPr>
            <a:lvl8pPr>
              <a:defRPr sz="2025" b="0">
                <a:solidFill>
                  <a:srgbClr val="122C35"/>
                </a:solidFill>
                <a:latin typeface="DejaVu Sans"/>
                <a:ea typeface="DejaVu Sans"/>
                <a:cs typeface="DejaVu Sans"/>
              </a:defRPr>
            </a:lvl8pPr>
            <a:lvl9pPr>
              <a:defRPr sz="2025" b="0">
                <a:solidFill>
                  <a:srgbClr val="122C35"/>
                </a:solidFill>
                <a:latin typeface="DejaVu Sans"/>
                <a:ea typeface="DejaVu Sans"/>
                <a:cs typeface="DejaVu Sans"/>
              </a:defRPr>
            </a:lvl9pPr>
          </a:lstStyle>
          <a:p xmlns:a="http://schemas.openxmlformats.org/drawingml/2006/main">
            <a:pPr>
              <a:defRPr sz="2025" b="0">
                <a:solidFill>
                  <a:srgbClr val="122C35"/>
                </a:solidFill>
                <a:latin typeface="DejaVu Sans"/>
                <a:ea typeface="DejaVu Sans"/>
                <a:cs typeface="DejaVu Sans"/>
              </a:defRPr>
            </a:pPr>
            <a:r>
              <a:rPr sz="2025" b="0">
                <a:solidFill>
                  <a:srgbClr val="122C35"/>
                </a:solidFill>
                <a:latin typeface="DejaVu Sans"/>
                <a:ea typeface="DejaVu Sans"/>
                <a:cs typeface="DejaVu Sans"/>
              </a:rPr>
              <a:t>Teach through the first over, then reveal the wider club game.</a:t>
            </a:r>
          </a:p>
        </p:txBody>
      </p:sp>
      <p:sp>
        <p:nvSpPr>
          <p:cNvPr id="4" name="step value">
            <a:extLst xmlns:a="http://schemas.openxmlformats.org/drawingml/2006/main">
              <a:ext uri="{FF2B5EF4-FFF2-40B4-BE49-F238E27FC236}">
                <a16:creationId xmlns:a16="http://schemas.microsoft.com/office/drawing/2014/main" id="{3A085F88-B4DD-48E4-A892-C80150EBCF0A}"/>
              </a:ext>
            </a:extLst>
          </p:cNvPr>
          <p:cNvSpPr>
            <a:spLocks xmlns:a="http://schemas.openxmlformats.org/drawingml/2006/main" noGrp="1"/>
          </p:cNvSpPr>
          <p:nvPr/>
        </p:nvSpPr>
        <p:spPr>
          <a:xfrm xmlns:a="http://schemas.openxmlformats.org/drawingml/2006/main">
            <a:off x="609600" y="281940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076F6B"/>
                </a:solidFill>
                <a:latin typeface="DejaVu Sans"/>
                <a:ea typeface="DejaVu Sans"/>
                <a:cs typeface="DejaVu Sans"/>
              </a:defRPr>
            </a:defPPr>
            <a:lvl1pPr>
              <a:defRPr sz="4800" b="1">
                <a:solidFill>
                  <a:srgbClr val="076F6B"/>
                </a:solidFill>
                <a:latin typeface="DejaVu Sans"/>
                <a:ea typeface="DejaVu Sans"/>
                <a:cs typeface="DejaVu Sans"/>
              </a:defRPr>
            </a:lvl1pPr>
            <a:lvl2pPr>
              <a:defRPr sz="4800" b="1">
                <a:solidFill>
                  <a:srgbClr val="076F6B"/>
                </a:solidFill>
                <a:latin typeface="DejaVu Sans"/>
                <a:ea typeface="DejaVu Sans"/>
                <a:cs typeface="DejaVu Sans"/>
              </a:defRPr>
            </a:lvl2pPr>
            <a:lvl3pPr>
              <a:defRPr sz="4800" b="1">
                <a:solidFill>
                  <a:srgbClr val="076F6B"/>
                </a:solidFill>
                <a:latin typeface="DejaVu Sans"/>
                <a:ea typeface="DejaVu Sans"/>
                <a:cs typeface="DejaVu Sans"/>
              </a:defRPr>
            </a:lvl3pPr>
            <a:lvl4pPr>
              <a:defRPr sz="4800" b="1">
                <a:solidFill>
                  <a:srgbClr val="076F6B"/>
                </a:solidFill>
                <a:latin typeface="DejaVu Sans"/>
                <a:ea typeface="DejaVu Sans"/>
                <a:cs typeface="DejaVu Sans"/>
              </a:defRPr>
            </a:lvl4pPr>
            <a:lvl5pPr>
              <a:defRPr sz="4800" b="1">
                <a:solidFill>
                  <a:srgbClr val="076F6B"/>
                </a:solidFill>
                <a:latin typeface="DejaVu Sans"/>
                <a:ea typeface="DejaVu Sans"/>
                <a:cs typeface="DejaVu Sans"/>
              </a:defRPr>
            </a:lvl5pPr>
            <a:lvl6pPr>
              <a:defRPr sz="4800" b="1">
                <a:solidFill>
                  <a:srgbClr val="076F6B"/>
                </a:solidFill>
                <a:latin typeface="DejaVu Sans"/>
                <a:ea typeface="DejaVu Sans"/>
                <a:cs typeface="DejaVu Sans"/>
              </a:defRPr>
            </a:lvl6pPr>
            <a:lvl7pPr>
              <a:defRPr sz="4800" b="1">
                <a:solidFill>
                  <a:srgbClr val="076F6B"/>
                </a:solidFill>
                <a:latin typeface="DejaVu Sans"/>
                <a:ea typeface="DejaVu Sans"/>
                <a:cs typeface="DejaVu Sans"/>
              </a:defRPr>
            </a:lvl7pPr>
            <a:lvl8pPr>
              <a:defRPr sz="4800" b="1">
                <a:solidFill>
                  <a:srgbClr val="076F6B"/>
                </a:solidFill>
                <a:latin typeface="DejaVu Sans"/>
                <a:ea typeface="DejaVu Sans"/>
                <a:cs typeface="DejaVu Sans"/>
              </a:defRPr>
            </a:lvl8pPr>
            <a:lvl9pPr>
              <a:defRPr sz="4800" b="1">
                <a:solidFill>
                  <a:srgbClr val="076F6B"/>
                </a:solidFill>
                <a:latin typeface="DejaVu Sans"/>
                <a:ea typeface="DejaVu Sans"/>
                <a:cs typeface="DejaVu Sans"/>
              </a:defRPr>
            </a:lvl9pPr>
          </a:lstStyle>
          <a:p xmlns:a="http://schemas.openxmlformats.org/drawingml/2006/main">
            <a:pPr>
              <a:defRPr sz="4800" b="1">
                <a:solidFill>
                  <a:srgbClr val="076F6B"/>
                </a:solidFill>
                <a:latin typeface="DejaVu Sans"/>
                <a:ea typeface="DejaVu Sans"/>
                <a:cs typeface="DejaVu Sans"/>
              </a:defRPr>
            </a:pPr>
            <a:r>
              <a:rPr sz="4800" b="1">
                <a:solidFill>
                  <a:srgbClr val="076F6B"/>
                </a:solidFill>
                <a:latin typeface="DejaVu Sans"/>
                <a:ea typeface="DejaVu Sans"/>
                <a:cs typeface="DejaVu Sans"/>
              </a:rPr>
              <a:t>01</a:t>
            </a:r>
          </a:p>
        </p:txBody>
      </p:sp>
      <p:sp>
        <p:nvSpPr>
          <p:cNvPr id="5" name="step heading">
            <a:extLst xmlns:a="http://schemas.openxmlformats.org/drawingml/2006/main">
              <a:ext uri="{FF2B5EF4-FFF2-40B4-BE49-F238E27FC236}">
                <a16:creationId xmlns:a16="http://schemas.microsoft.com/office/drawing/2014/main" id="{4EF70878-B4FD-4FC1-B757-964343DC2F77}"/>
              </a:ext>
            </a:extLst>
          </p:cNvPr>
          <p:cNvSpPr>
            <a:spLocks xmlns:a="http://schemas.openxmlformats.org/drawingml/2006/main" noGrp="1"/>
          </p:cNvSpPr>
          <p:nvPr/>
        </p:nvSpPr>
        <p:spPr>
          <a:xfrm xmlns:a="http://schemas.openxmlformats.org/drawingml/2006/main">
            <a:off x="609600" y="37814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1">
                <a:solidFill>
                  <a:srgbClr val="122C35"/>
                </a:solidFill>
                <a:latin typeface="DejaVu Sans"/>
                <a:ea typeface="DejaVu Sans"/>
                <a:cs typeface="DejaVu Sans"/>
              </a:defRPr>
            </a:defPPr>
            <a:lvl1pPr>
              <a:defRPr sz="1500" b="1">
                <a:solidFill>
                  <a:srgbClr val="122C35"/>
                </a:solidFill>
                <a:latin typeface="DejaVu Sans"/>
                <a:ea typeface="DejaVu Sans"/>
                <a:cs typeface="DejaVu Sans"/>
              </a:defRPr>
            </a:lvl1pPr>
            <a:lvl2pPr>
              <a:defRPr sz="1500" b="1">
                <a:solidFill>
                  <a:srgbClr val="122C35"/>
                </a:solidFill>
                <a:latin typeface="DejaVu Sans"/>
                <a:ea typeface="DejaVu Sans"/>
                <a:cs typeface="DejaVu Sans"/>
              </a:defRPr>
            </a:lvl2pPr>
            <a:lvl3pPr>
              <a:defRPr sz="1500" b="1">
                <a:solidFill>
                  <a:srgbClr val="122C35"/>
                </a:solidFill>
                <a:latin typeface="DejaVu Sans"/>
                <a:ea typeface="DejaVu Sans"/>
                <a:cs typeface="DejaVu Sans"/>
              </a:defRPr>
            </a:lvl3pPr>
            <a:lvl4pPr>
              <a:defRPr sz="1500" b="1">
                <a:solidFill>
                  <a:srgbClr val="122C35"/>
                </a:solidFill>
                <a:latin typeface="DejaVu Sans"/>
                <a:ea typeface="DejaVu Sans"/>
                <a:cs typeface="DejaVu Sans"/>
              </a:defRPr>
            </a:lvl4pPr>
            <a:lvl5pPr>
              <a:defRPr sz="1500" b="1">
                <a:solidFill>
                  <a:srgbClr val="122C35"/>
                </a:solidFill>
                <a:latin typeface="DejaVu Sans"/>
                <a:ea typeface="DejaVu Sans"/>
                <a:cs typeface="DejaVu Sans"/>
              </a:defRPr>
            </a:lvl5pPr>
            <a:lvl6pPr>
              <a:defRPr sz="1500" b="1">
                <a:solidFill>
                  <a:srgbClr val="122C35"/>
                </a:solidFill>
                <a:latin typeface="DejaVu Sans"/>
                <a:ea typeface="DejaVu Sans"/>
                <a:cs typeface="DejaVu Sans"/>
              </a:defRPr>
            </a:lvl6pPr>
            <a:lvl7pPr>
              <a:defRPr sz="1500" b="1">
                <a:solidFill>
                  <a:srgbClr val="122C35"/>
                </a:solidFill>
                <a:latin typeface="DejaVu Sans"/>
                <a:ea typeface="DejaVu Sans"/>
                <a:cs typeface="DejaVu Sans"/>
              </a:defRPr>
            </a:lvl7pPr>
            <a:lvl8pPr>
              <a:defRPr sz="1500" b="1">
                <a:solidFill>
                  <a:srgbClr val="122C35"/>
                </a:solidFill>
                <a:latin typeface="DejaVu Sans"/>
                <a:ea typeface="DejaVu Sans"/>
                <a:cs typeface="DejaVu Sans"/>
              </a:defRPr>
            </a:lvl8pPr>
            <a:lvl9pPr>
              <a:defRPr sz="1500" b="1">
                <a:solidFill>
                  <a:srgbClr val="122C35"/>
                </a:solidFill>
                <a:latin typeface="DejaVu Sans"/>
                <a:ea typeface="DejaVu Sans"/>
                <a:cs typeface="DejaVu Sans"/>
              </a:defRPr>
            </a:lvl9pPr>
          </a:lstStyle>
          <a:p xmlns:a="http://schemas.openxmlformats.org/drawingml/2006/main">
            <a:pPr>
              <a:defRPr sz="1500" b="1">
                <a:solidFill>
                  <a:srgbClr val="122C35"/>
                </a:solidFill>
                <a:latin typeface="DejaVu Sans"/>
                <a:ea typeface="DejaVu Sans"/>
                <a:cs typeface="DejaVu Sans"/>
              </a:defRPr>
            </a:pPr>
            <a:r>
              <a:rPr sz="1500" b="1">
                <a:solidFill>
                  <a:srgbClr val="122C35"/>
                </a:solidFill>
                <a:latin typeface="DejaVu Sans"/>
                <a:ea typeface="DejaVu Sans"/>
                <a:cs typeface="DejaVu Sans"/>
              </a:rPr>
              <a:t>START</a:t>
            </a:r>
          </a:p>
        </p:txBody>
      </p:sp>
      <p:sp>
        <p:nvSpPr>
          <p:cNvPr id="6" name="step body">
            <a:extLst xmlns:a="http://schemas.openxmlformats.org/drawingml/2006/main">
              <a:ext uri="{FF2B5EF4-FFF2-40B4-BE49-F238E27FC236}">
                <a16:creationId xmlns:a16="http://schemas.microsoft.com/office/drawing/2014/main" id="{92E39A9D-5327-466E-BB2E-529F2EF062B1}"/>
              </a:ext>
            </a:extLst>
          </p:cNvPr>
          <p:cNvSpPr>
            <a:spLocks xmlns:a="http://schemas.openxmlformats.org/drawingml/2006/main" noGrp="1"/>
          </p:cNvSpPr>
          <p:nvPr/>
        </p:nvSpPr>
        <p:spPr>
          <a:xfrm xmlns:a="http://schemas.openxmlformats.org/drawingml/2006/main">
            <a:off x="609600" y="4286250"/>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Choose a Mini over with a visible time commitment.</a:t>
            </a:r>
          </a:p>
        </p:txBody>
      </p:sp>
      <p:sp>
        <p:nvSpPr>
          <p:cNvPr id="7" name="step value">
            <a:extLst xmlns:a="http://schemas.openxmlformats.org/drawingml/2006/main">
              <a:ext uri="{FF2B5EF4-FFF2-40B4-BE49-F238E27FC236}">
                <a16:creationId xmlns:a16="http://schemas.microsoft.com/office/drawing/2014/main" id="{55C1D83E-121B-46C4-B238-91B30CC399CB}"/>
              </a:ext>
            </a:extLst>
          </p:cNvPr>
          <p:cNvSpPr>
            <a:spLocks xmlns:a="http://schemas.openxmlformats.org/drawingml/2006/main" noGrp="1"/>
          </p:cNvSpPr>
          <p:nvPr/>
        </p:nvSpPr>
        <p:spPr>
          <a:xfrm xmlns:a="http://schemas.openxmlformats.org/drawingml/2006/main">
            <a:off x="4352925" y="281940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076F6B"/>
                </a:solidFill>
                <a:latin typeface="DejaVu Sans"/>
                <a:ea typeface="DejaVu Sans"/>
                <a:cs typeface="DejaVu Sans"/>
              </a:defRPr>
            </a:defPPr>
            <a:lvl1pPr>
              <a:defRPr sz="4800" b="1">
                <a:solidFill>
                  <a:srgbClr val="076F6B"/>
                </a:solidFill>
                <a:latin typeface="DejaVu Sans"/>
                <a:ea typeface="DejaVu Sans"/>
                <a:cs typeface="DejaVu Sans"/>
              </a:defRPr>
            </a:lvl1pPr>
            <a:lvl2pPr>
              <a:defRPr sz="4800" b="1">
                <a:solidFill>
                  <a:srgbClr val="076F6B"/>
                </a:solidFill>
                <a:latin typeface="DejaVu Sans"/>
                <a:ea typeface="DejaVu Sans"/>
                <a:cs typeface="DejaVu Sans"/>
              </a:defRPr>
            </a:lvl2pPr>
            <a:lvl3pPr>
              <a:defRPr sz="4800" b="1">
                <a:solidFill>
                  <a:srgbClr val="076F6B"/>
                </a:solidFill>
                <a:latin typeface="DejaVu Sans"/>
                <a:ea typeface="DejaVu Sans"/>
                <a:cs typeface="DejaVu Sans"/>
              </a:defRPr>
            </a:lvl3pPr>
            <a:lvl4pPr>
              <a:defRPr sz="4800" b="1">
                <a:solidFill>
                  <a:srgbClr val="076F6B"/>
                </a:solidFill>
                <a:latin typeface="DejaVu Sans"/>
                <a:ea typeface="DejaVu Sans"/>
                <a:cs typeface="DejaVu Sans"/>
              </a:defRPr>
            </a:lvl4pPr>
            <a:lvl5pPr>
              <a:defRPr sz="4800" b="1">
                <a:solidFill>
                  <a:srgbClr val="076F6B"/>
                </a:solidFill>
                <a:latin typeface="DejaVu Sans"/>
                <a:ea typeface="DejaVu Sans"/>
                <a:cs typeface="DejaVu Sans"/>
              </a:defRPr>
            </a:lvl5pPr>
            <a:lvl6pPr>
              <a:defRPr sz="4800" b="1">
                <a:solidFill>
                  <a:srgbClr val="076F6B"/>
                </a:solidFill>
                <a:latin typeface="DejaVu Sans"/>
                <a:ea typeface="DejaVu Sans"/>
                <a:cs typeface="DejaVu Sans"/>
              </a:defRPr>
            </a:lvl6pPr>
            <a:lvl7pPr>
              <a:defRPr sz="4800" b="1">
                <a:solidFill>
                  <a:srgbClr val="076F6B"/>
                </a:solidFill>
                <a:latin typeface="DejaVu Sans"/>
                <a:ea typeface="DejaVu Sans"/>
                <a:cs typeface="DejaVu Sans"/>
              </a:defRPr>
            </a:lvl7pPr>
            <a:lvl8pPr>
              <a:defRPr sz="4800" b="1">
                <a:solidFill>
                  <a:srgbClr val="076F6B"/>
                </a:solidFill>
                <a:latin typeface="DejaVu Sans"/>
                <a:ea typeface="DejaVu Sans"/>
                <a:cs typeface="DejaVu Sans"/>
              </a:defRPr>
            </a:lvl8pPr>
            <a:lvl9pPr>
              <a:defRPr sz="4800" b="1">
                <a:solidFill>
                  <a:srgbClr val="076F6B"/>
                </a:solidFill>
                <a:latin typeface="DejaVu Sans"/>
                <a:ea typeface="DejaVu Sans"/>
                <a:cs typeface="DejaVu Sans"/>
              </a:defRPr>
            </a:lvl9pPr>
          </a:lstStyle>
          <a:p xmlns:a="http://schemas.openxmlformats.org/drawingml/2006/main">
            <a:pPr>
              <a:defRPr sz="4800" b="1">
                <a:solidFill>
                  <a:srgbClr val="076F6B"/>
                </a:solidFill>
                <a:latin typeface="DejaVu Sans"/>
                <a:ea typeface="DejaVu Sans"/>
                <a:cs typeface="DejaVu Sans"/>
              </a:defRPr>
            </a:pPr>
            <a:r>
              <a:rPr sz="4800" b="1">
                <a:solidFill>
                  <a:srgbClr val="076F6B"/>
                </a:solidFill>
                <a:latin typeface="DejaVu Sans"/>
                <a:ea typeface="DejaVu Sans"/>
                <a:cs typeface="DejaVu Sans"/>
              </a:rPr>
              <a:t>02</a:t>
            </a:r>
          </a:p>
        </p:txBody>
      </p:sp>
      <p:sp>
        <p:nvSpPr>
          <p:cNvPr id="8" name="step heading">
            <a:extLst xmlns:a="http://schemas.openxmlformats.org/drawingml/2006/main">
              <a:ext uri="{FF2B5EF4-FFF2-40B4-BE49-F238E27FC236}">
                <a16:creationId xmlns:a16="http://schemas.microsoft.com/office/drawing/2014/main" id="{74D61E4F-733E-4F71-966D-99D68E2E2553}"/>
              </a:ext>
            </a:extLst>
          </p:cNvPr>
          <p:cNvSpPr>
            <a:spLocks xmlns:a="http://schemas.openxmlformats.org/drawingml/2006/main" noGrp="1"/>
          </p:cNvSpPr>
          <p:nvPr/>
        </p:nvSpPr>
        <p:spPr>
          <a:xfrm xmlns:a="http://schemas.openxmlformats.org/drawingml/2006/main">
            <a:off x="4352925" y="37814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1">
                <a:solidFill>
                  <a:srgbClr val="122C35"/>
                </a:solidFill>
                <a:latin typeface="DejaVu Sans"/>
                <a:ea typeface="DejaVu Sans"/>
                <a:cs typeface="DejaVu Sans"/>
              </a:defRPr>
            </a:defPPr>
            <a:lvl1pPr>
              <a:defRPr sz="1500" b="1">
                <a:solidFill>
                  <a:srgbClr val="122C35"/>
                </a:solidFill>
                <a:latin typeface="DejaVu Sans"/>
                <a:ea typeface="DejaVu Sans"/>
                <a:cs typeface="DejaVu Sans"/>
              </a:defRPr>
            </a:lvl1pPr>
            <a:lvl2pPr>
              <a:defRPr sz="1500" b="1">
                <a:solidFill>
                  <a:srgbClr val="122C35"/>
                </a:solidFill>
                <a:latin typeface="DejaVu Sans"/>
                <a:ea typeface="DejaVu Sans"/>
                <a:cs typeface="DejaVu Sans"/>
              </a:defRPr>
            </a:lvl2pPr>
            <a:lvl3pPr>
              <a:defRPr sz="1500" b="1">
                <a:solidFill>
                  <a:srgbClr val="122C35"/>
                </a:solidFill>
                <a:latin typeface="DejaVu Sans"/>
                <a:ea typeface="DejaVu Sans"/>
                <a:cs typeface="DejaVu Sans"/>
              </a:defRPr>
            </a:lvl3pPr>
            <a:lvl4pPr>
              <a:defRPr sz="1500" b="1">
                <a:solidFill>
                  <a:srgbClr val="122C35"/>
                </a:solidFill>
                <a:latin typeface="DejaVu Sans"/>
                <a:ea typeface="DejaVu Sans"/>
                <a:cs typeface="DejaVu Sans"/>
              </a:defRPr>
            </a:lvl4pPr>
            <a:lvl5pPr>
              <a:defRPr sz="1500" b="1">
                <a:solidFill>
                  <a:srgbClr val="122C35"/>
                </a:solidFill>
                <a:latin typeface="DejaVu Sans"/>
                <a:ea typeface="DejaVu Sans"/>
                <a:cs typeface="DejaVu Sans"/>
              </a:defRPr>
            </a:lvl5pPr>
            <a:lvl6pPr>
              <a:defRPr sz="1500" b="1">
                <a:solidFill>
                  <a:srgbClr val="122C35"/>
                </a:solidFill>
                <a:latin typeface="DejaVu Sans"/>
                <a:ea typeface="DejaVu Sans"/>
                <a:cs typeface="DejaVu Sans"/>
              </a:defRPr>
            </a:lvl6pPr>
            <a:lvl7pPr>
              <a:defRPr sz="1500" b="1">
                <a:solidFill>
                  <a:srgbClr val="122C35"/>
                </a:solidFill>
                <a:latin typeface="DejaVu Sans"/>
                <a:ea typeface="DejaVu Sans"/>
                <a:cs typeface="DejaVu Sans"/>
              </a:defRPr>
            </a:lvl7pPr>
            <a:lvl8pPr>
              <a:defRPr sz="1500" b="1">
                <a:solidFill>
                  <a:srgbClr val="122C35"/>
                </a:solidFill>
                <a:latin typeface="DejaVu Sans"/>
                <a:ea typeface="DejaVu Sans"/>
                <a:cs typeface="DejaVu Sans"/>
              </a:defRPr>
            </a:lvl8pPr>
            <a:lvl9pPr>
              <a:defRPr sz="1500" b="1">
                <a:solidFill>
                  <a:srgbClr val="122C35"/>
                </a:solidFill>
                <a:latin typeface="DejaVu Sans"/>
                <a:ea typeface="DejaVu Sans"/>
                <a:cs typeface="DejaVu Sans"/>
              </a:defRPr>
            </a:lvl9pPr>
          </a:lstStyle>
          <a:p xmlns:a="http://schemas.openxmlformats.org/drawingml/2006/main">
            <a:pPr>
              <a:defRPr sz="1500" b="1">
                <a:solidFill>
                  <a:srgbClr val="122C35"/>
                </a:solidFill>
                <a:latin typeface="DejaVu Sans"/>
                <a:ea typeface="DejaVu Sans"/>
                <a:cs typeface="DejaVu Sans"/>
              </a:defRPr>
            </a:pPr>
            <a:r>
              <a:rPr sz="1500" b="1">
                <a:solidFill>
                  <a:srgbClr val="122C35"/>
                </a:solidFill>
                <a:latin typeface="DejaVu Sans"/>
                <a:ea typeface="DejaVu Sans"/>
                <a:cs typeface="DejaVu Sans"/>
              </a:rPr>
              <a:t>LEARN</a:t>
            </a:r>
          </a:p>
        </p:txBody>
      </p:sp>
      <p:sp>
        <p:nvSpPr>
          <p:cNvPr id="9" name="step body">
            <a:extLst xmlns:a="http://schemas.openxmlformats.org/drawingml/2006/main">
              <a:ext uri="{FF2B5EF4-FFF2-40B4-BE49-F238E27FC236}">
                <a16:creationId xmlns:a16="http://schemas.microsoft.com/office/drawing/2014/main" id="{7276A881-A687-4040-A25C-40A82BA2323C}"/>
              </a:ext>
            </a:extLst>
          </p:cNvPr>
          <p:cNvSpPr>
            <a:spLocks xmlns:a="http://schemas.openxmlformats.org/drawingml/2006/main" noGrp="1"/>
          </p:cNvSpPr>
          <p:nvPr/>
        </p:nvSpPr>
        <p:spPr>
          <a:xfrm xmlns:a="http://schemas.openxmlformats.org/drawingml/2006/main">
            <a:off x="4352925" y="4286250"/>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Answer, see cricket feedback and understand the result.</a:t>
            </a:r>
          </a:p>
        </p:txBody>
      </p:sp>
      <p:sp>
        <p:nvSpPr>
          <p:cNvPr id="10" name="step value">
            <a:extLst xmlns:a="http://schemas.openxmlformats.org/drawingml/2006/main">
              <a:ext uri="{FF2B5EF4-FFF2-40B4-BE49-F238E27FC236}">
                <a16:creationId xmlns:a16="http://schemas.microsoft.com/office/drawing/2014/main" id="{241D4707-83CC-472D-97BA-6A4008DBEAF5}"/>
              </a:ext>
            </a:extLst>
          </p:cNvPr>
          <p:cNvSpPr>
            <a:spLocks xmlns:a="http://schemas.openxmlformats.org/drawingml/2006/main" noGrp="1"/>
          </p:cNvSpPr>
          <p:nvPr/>
        </p:nvSpPr>
        <p:spPr>
          <a:xfrm xmlns:a="http://schemas.openxmlformats.org/drawingml/2006/main">
            <a:off x="8096250" y="281940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076F6B"/>
                </a:solidFill>
                <a:latin typeface="DejaVu Sans"/>
                <a:ea typeface="DejaVu Sans"/>
                <a:cs typeface="DejaVu Sans"/>
              </a:defRPr>
            </a:defPPr>
            <a:lvl1pPr>
              <a:defRPr sz="4800" b="1">
                <a:solidFill>
                  <a:srgbClr val="076F6B"/>
                </a:solidFill>
                <a:latin typeface="DejaVu Sans"/>
                <a:ea typeface="DejaVu Sans"/>
                <a:cs typeface="DejaVu Sans"/>
              </a:defRPr>
            </a:lvl1pPr>
            <a:lvl2pPr>
              <a:defRPr sz="4800" b="1">
                <a:solidFill>
                  <a:srgbClr val="076F6B"/>
                </a:solidFill>
                <a:latin typeface="DejaVu Sans"/>
                <a:ea typeface="DejaVu Sans"/>
                <a:cs typeface="DejaVu Sans"/>
              </a:defRPr>
            </a:lvl2pPr>
            <a:lvl3pPr>
              <a:defRPr sz="4800" b="1">
                <a:solidFill>
                  <a:srgbClr val="076F6B"/>
                </a:solidFill>
                <a:latin typeface="DejaVu Sans"/>
                <a:ea typeface="DejaVu Sans"/>
                <a:cs typeface="DejaVu Sans"/>
              </a:defRPr>
            </a:lvl3pPr>
            <a:lvl4pPr>
              <a:defRPr sz="4800" b="1">
                <a:solidFill>
                  <a:srgbClr val="076F6B"/>
                </a:solidFill>
                <a:latin typeface="DejaVu Sans"/>
                <a:ea typeface="DejaVu Sans"/>
                <a:cs typeface="DejaVu Sans"/>
              </a:defRPr>
            </a:lvl4pPr>
            <a:lvl5pPr>
              <a:defRPr sz="4800" b="1">
                <a:solidFill>
                  <a:srgbClr val="076F6B"/>
                </a:solidFill>
                <a:latin typeface="DejaVu Sans"/>
                <a:ea typeface="DejaVu Sans"/>
                <a:cs typeface="DejaVu Sans"/>
              </a:defRPr>
            </a:lvl5pPr>
            <a:lvl6pPr>
              <a:defRPr sz="4800" b="1">
                <a:solidFill>
                  <a:srgbClr val="076F6B"/>
                </a:solidFill>
                <a:latin typeface="DejaVu Sans"/>
                <a:ea typeface="DejaVu Sans"/>
                <a:cs typeface="DejaVu Sans"/>
              </a:defRPr>
            </a:lvl6pPr>
            <a:lvl7pPr>
              <a:defRPr sz="4800" b="1">
                <a:solidFill>
                  <a:srgbClr val="076F6B"/>
                </a:solidFill>
                <a:latin typeface="DejaVu Sans"/>
                <a:ea typeface="DejaVu Sans"/>
                <a:cs typeface="DejaVu Sans"/>
              </a:defRPr>
            </a:lvl7pPr>
            <a:lvl8pPr>
              <a:defRPr sz="4800" b="1">
                <a:solidFill>
                  <a:srgbClr val="076F6B"/>
                </a:solidFill>
                <a:latin typeface="DejaVu Sans"/>
                <a:ea typeface="DejaVu Sans"/>
                <a:cs typeface="DejaVu Sans"/>
              </a:defRPr>
            </a:lvl8pPr>
            <a:lvl9pPr>
              <a:defRPr sz="4800" b="1">
                <a:solidFill>
                  <a:srgbClr val="076F6B"/>
                </a:solidFill>
                <a:latin typeface="DejaVu Sans"/>
                <a:ea typeface="DejaVu Sans"/>
                <a:cs typeface="DejaVu Sans"/>
              </a:defRPr>
            </a:lvl9pPr>
          </a:lstStyle>
          <a:p xmlns:a="http://schemas.openxmlformats.org/drawingml/2006/main">
            <a:pPr>
              <a:defRPr sz="4800" b="1">
                <a:solidFill>
                  <a:srgbClr val="076F6B"/>
                </a:solidFill>
                <a:latin typeface="DejaVu Sans"/>
                <a:ea typeface="DejaVu Sans"/>
                <a:cs typeface="DejaVu Sans"/>
              </a:defRPr>
            </a:pPr>
            <a:r>
              <a:rPr sz="4800" b="1">
                <a:solidFill>
                  <a:srgbClr val="076F6B"/>
                </a:solidFill>
                <a:latin typeface="DejaVu Sans"/>
                <a:ea typeface="DejaVu Sans"/>
                <a:cs typeface="DejaVu Sans"/>
              </a:rPr>
              <a:t>03</a:t>
            </a:r>
          </a:p>
        </p:txBody>
      </p:sp>
      <p:sp>
        <p:nvSpPr>
          <p:cNvPr id="11" name="step heading">
            <a:extLst xmlns:a="http://schemas.openxmlformats.org/drawingml/2006/main">
              <a:ext uri="{FF2B5EF4-FFF2-40B4-BE49-F238E27FC236}">
                <a16:creationId xmlns:a16="http://schemas.microsoft.com/office/drawing/2014/main" id="{A07A1CE2-E84C-4F9C-B7EE-DFE8CB4B0138}"/>
              </a:ext>
            </a:extLst>
          </p:cNvPr>
          <p:cNvSpPr>
            <a:spLocks xmlns:a="http://schemas.openxmlformats.org/drawingml/2006/main" noGrp="1"/>
          </p:cNvSpPr>
          <p:nvPr/>
        </p:nvSpPr>
        <p:spPr>
          <a:xfrm xmlns:a="http://schemas.openxmlformats.org/drawingml/2006/main">
            <a:off x="8096250" y="37814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1">
                <a:solidFill>
                  <a:srgbClr val="122C35"/>
                </a:solidFill>
                <a:latin typeface="DejaVu Sans"/>
                <a:ea typeface="DejaVu Sans"/>
                <a:cs typeface="DejaVu Sans"/>
              </a:defRPr>
            </a:defPPr>
            <a:lvl1pPr>
              <a:defRPr sz="1500" b="1">
                <a:solidFill>
                  <a:srgbClr val="122C35"/>
                </a:solidFill>
                <a:latin typeface="DejaVu Sans"/>
                <a:ea typeface="DejaVu Sans"/>
                <a:cs typeface="DejaVu Sans"/>
              </a:defRPr>
            </a:lvl1pPr>
            <a:lvl2pPr>
              <a:defRPr sz="1500" b="1">
                <a:solidFill>
                  <a:srgbClr val="122C35"/>
                </a:solidFill>
                <a:latin typeface="DejaVu Sans"/>
                <a:ea typeface="DejaVu Sans"/>
                <a:cs typeface="DejaVu Sans"/>
              </a:defRPr>
            </a:lvl2pPr>
            <a:lvl3pPr>
              <a:defRPr sz="1500" b="1">
                <a:solidFill>
                  <a:srgbClr val="122C35"/>
                </a:solidFill>
                <a:latin typeface="DejaVu Sans"/>
                <a:ea typeface="DejaVu Sans"/>
                <a:cs typeface="DejaVu Sans"/>
              </a:defRPr>
            </a:lvl3pPr>
            <a:lvl4pPr>
              <a:defRPr sz="1500" b="1">
                <a:solidFill>
                  <a:srgbClr val="122C35"/>
                </a:solidFill>
                <a:latin typeface="DejaVu Sans"/>
                <a:ea typeface="DejaVu Sans"/>
                <a:cs typeface="DejaVu Sans"/>
              </a:defRPr>
            </a:lvl4pPr>
            <a:lvl5pPr>
              <a:defRPr sz="1500" b="1">
                <a:solidFill>
                  <a:srgbClr val="122C35"/>
                </a:solidFill>
                <a:latin typeface="DejaVu Sans"/>
                <a:ea typeface="DejaVu Sans"/>
                <a:cs typeface="DejaVu Sans"/>
              </a:defRPr>
            </a:lvl5pPr>
            <a:lvl6pPr>
              <a:defRPr sz="1500" b="1">
                <a:solidFill>
                  <a:srgbClr val="122C35"/>
                </a:solidFill>
                <a:latin typeface="DejaVu Sans"/>
                <a:ea typeface="DejaVu Sans"/>
                <a:cs typeface="DejaVu Sans"/>
              </a:defRPr>
            </a:lvl6pPr>
            <a:lvl7pPr>
              <a:defRPr sz="1500" b="1">
                <a:solidFill>
                  <a:srgbClr val="122C35"/>
                </a:solidFill>
                <a:latin typeface="DejaVu Sans"/>
                <a:ea typeface="DejaVu Sans"/>
                <a:cs typeface="DejaVu Sans"/>
              </a:defRPr>
            </a:lvl7pPr>
            <a:lvl8pPr>
              <a:defRPr sz="1500" b="1">
                <a:solidFill>
                  <a:srgbClr val="122C35"/>
                </a:solidFill>
                <a:latin typeface="DejaVu Sans"/>
                <a:ea typeface="DejaVu Sans"/>
                <a:cs typeface="DejaVu Sans"/>
              </a:defRPr>
            </a:lvl8pPr>
            <a:lvl9pPr>
              <a:defRPr sz="1500" b="1">
                <a:solidFill>
                  <a:srgbClr val="122C35"/>
                </a:solidFill>
                <a:latin typeface="DejaVu Sans"/>
                <a:ea typeface="DejaVu Sans"/>
                <a:cs typeface="DejaVu Sans"/>
              </a:defRPr>
            </a:lvl9pPr>
          </a:lstStyle>
          <a:p xmlns:a="http://schemas.openxmlformats.org/drawingml/2006/main">
            <a:pPr>
              <a:defRPr sz="1500" b="1">
                <a:solidFill>
                  <a:srgbClr val="122C35"/>
                </a:solidFill>
                <a:latin typeface="DejaVu Sans"/>
                <a:ea typeface="DejaVu Sans"/>
                <a:cs typeface="DejaVu Sans"/>
              </a:defRPr>
            </a:pPr>
            <a:r>
              <a:rPr sz="1500" b="1">
                <a:solidFill>
                  <a:srgbClr val="122C35"/>
                </a:solidFill>
                <a:latin typeface="DejaVu Sans"/>
                <a:ea typeface="DejaVu Sans"/>
                <a:cs typeface="DejaVu Sans"/>
              </a:rPr>
              <a:t>BELONG</a:t>
            </a:r>
          </a:p>
        </p:txBody>
      </p:sp>
      <p:sp>
        <p:nvSpPr>
          <p:cNvPr id="12" name="step body">
            <a:extLst xmlns:a="http://schemas.openxmlformats.org/drawingml/2006/main">
              <a:ext uri="{FF2B5EF4-FFF2-40B4-BE49-F238E27FC236}">
                <a16:creationId xmlns:a16="http://schemas.microsoft.com/office/drawing/2014/main" id="{1D3468B2-AEAF-4F29-A229-55BC11ADB34B}"/>
              </a:ext>
            </a:extLst>
          </p:cNvPr>
          <p:cNvSpPr>
            <a:spLocks xmlns:a="http://schemas.openxmlformats.org/drawingml/2006/main" noGrp="1"/>
          </p:cNvSpPr>
          <p:nvPr/>
        </p:nvSpPr>
        <p:spPr>
          <a:xfrm xmlns:a="http://schemas.openxmlformats.org/drawingml/2006/main">
            <a:off x="8096250" y="4286250"/>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Save progress, create or join a club, then meet the next rival.</a:t>
            </a:r>
          </a:p>
        </p:txBody>
      </p:sp>
      <p:sp>
        <p:nvSpPr>
          <p:cNvPr id="13" name="scope">
            <a:extLst xmlns:a="http://schemas.openxmlformats.org/drawingml/2006/main">
              <a:ext uri="{FF2B5EF4-FFF2-40B4-BE49-F238E27FC236}">
                <a16:creationId xmlns:a16="http://schemas.microsoft.com/office/drawing/2014/main" id="{5CF19FCA-D990-4C11-B9BE-AB3EA1A0447E}"/>
              </a:ext>
            </a:extLst>
          </p:cNvPr>
          <p:cNvSpPr>
            <a:spLocks xmlns:a="http://schemas.openxmlformats.org/drawingml/2006/main" noGrp="1"/>
          </p:cNvSpPr>
          <p:nvPr/>
        </p:nvSpPr>
        <p:spPr>
          <a:xfrm xmlns:a="http://schemas.openxmlformats.org/drawingml/2006/main">
            <a:off x="609600" y="5724525"/>
            <a:ext cx="10858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42616A"/>
                </a:solidFill>
                <a:latin typeface="DejaVu Sans"/>
                <a:ea typeface="DejaVu Sans"/>
                <a:cs typeface="DejaVu Sans"/>
              </a:defRPr>
            </a:defPPr>
            <a:lvl1pPr>
              <a:defRPr sz="1500" b="0">
                <a:solidFill>
                  <a:srgbClr val="42616A"/>
                </a:solidFill>
                <a:latin typeface="DejaVu Sans"/>
                <a:ea typeface="DejaVu Sans"/>
                <a:cs typeface="DejaVu Sans"/>
              </a:defRPr>
            </a:lvl1pPr>
            <a:lvl2pPr>
              <a:defRPr sz="1500" b="0">
                <a:solidFill>
                  <a:srgbClr val="42616A"/>
                </a:solidFill>
                <a:latin typeface="DejaVu Sans"/>
                <a:ea typeface="DejaVu Sans"/>
                <a:cs typeface="DejaVu Sans"/>
              </a:defRPr>
            </a:lvl2pPr>
            <a:lvl3pPr>
              <a:defRPr sz="1500" b="0">
                <a:solidFill>
                  <a:srgbClr val="42616A"/>
                </a:solidFill>
                <a:latin typeface="DejaVu Sans"/>
                <a:ea typeface="DejaVu Sans"/>
                <a:cs typeface="DejaVu Sans"/>
              </a:defRPr>
            </a:lvl3pPr>
            <a:lvl4pPr>
              <a:defRPr sz="1500" b="0">
                <a:solidFill>
                  <a:srgbClr val="42616A"/>
                </a:solidFill>
                <a:latin typeface="DejaVu Sans"/>
                <a:ea typeface="DejaVu Sans"/>
                <a:cs typeface="DejaVu Sans"/>
              </a:defRPr>
            </a:lvl4pPr>
            <a:lvl5pPr>
              <a:defRPr sz="1500" b="0">
                <a:solidFill>
                  <a:srgbClr val="42616A"/>
                </a:solidFill>
                <a:latin typeface="DejaVu Sans"/>
                <a:ea typeface="DejaVu Sans"/>
                <a:cs typeface="DejaVu Sans"/>
              </a:defRPr>
            </a:lvl5pPr>
            <a:lvl6pPr>
              <a:defRPr sz="1500" b="0">
                <a:solidFill>
                  <a:srgbClr val="42616A"/>
                </a:solidFill>
                <a:latin typeface="DejaVu Sans"/>
                <a:ea typeface="DejaVu Sans"/>
                <a:cs typeface="DejaVu Sans"/>
              </a:defRPr>
            </a:lvl6pPr>
            <a:lvl7pPr>
              <a:defRPr sz="1500" b="0">
                <a:solidFill>
                  <a:srgbClr val="42616A"/>
                </a:solidFill>
                <a:latin typeface="DejaVu Sans"/>
                <a:ea typeface="DejaVu Sans"/>
                <a:cs typeface="DejaVu Sans"/>
              </a:defRPr>
            </a:lvl7pPr>
            <a:lvl8pPr>
              <a:defRPr sz="1500" b="0">
                <a:solidFill>
                  <a:srgbClr val="42616A"/>
                </a:solidFill>
                <a:latin typeface="DejaVu Sans"/>
                <a:ea typeface="DejaVu Sans"/>
                <a:cs typeface="DejaVu Sans"/>
              </a:defRPr>
            </a:lvl8pPr>
            <a:lvl9pPr>
              <a:defRPr sz="1500" b="0">
                <a:solidFill>
                  <a:srgbClr val="42616A"/>
                </a:solidFill>
                <a:latin typeface="DejaVu Sans"/>
                <a:ea typeface="DejaVu Sans"/>
                <a:cs typeface="DejaVu Sans"/>
              </a:defRPr>
            </a:lvl9pPr>
          </a:lstStyle>
          <a:p xmlns:a="http://schemas.openxmlformats.org/drawingml/2006/main">
            <a:pPr>
              <a:defRPr sz="1500" b="0">
                <a:solidFill>
                  <a:srgbClr val="42616A"/>
                </a:solidFill>
                <a:latin typeface="DejaVu Sans"/>
                <a:ea typeface="DejaVu Sans"/>
                <a:cs typeface="DejaVu Sans"/>
              </a:defRPr>
            </a:pPr>
            <a:r>
              <a:rPr sz="1500" b="0">
                <a:solidFill>
                  <a:srgbClr val="42616A"/>
                </a:solidFill>
                <a:latin typeface="DejaVu Sans"/>
                <a:ea typeface="DejaVu Sans"/>
                <a:cs typeface="DejaVu Sans"/>
              </a:rPr>
              <a:t>Play, Teams, Explore, My club and Answers stay easy to reach. My club holds personal progress; desktop uses the same hierarchy.</a:t>
            </a:r>
          </a:p>
        </p:txBody>
      </p:sp>
      <p:sp>
        <p:nvSpPr>
          <p:cNvPr id="14" name="footer">
            <a:extLst xmlns:a="http://schemas.openxmlformats.org/drawingml/2006/main">
              <a:ext uri="{FF2B5EF4-FFF2-40B4-BE49-F238E27FC236}">
                <a16:creationId xmlns:a16="http://schemas.microsoft.com/office/drawing/2014/main" id="{A77B90BA-4E9E-4DBF-97EE-8996E1BC30A0}"/>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15" name="folio">
            <a:extLst xmlns:a="http://schemas.openxmlformats.org/drawingml/2006/main">
              <a:ext uri="{FF2B5EF4-FFF2-40B4-BE49-F238E27FC236}">
                <a16:creationId xmlns:a16="http://schemas.microsoft.com/office/drawing/2014/main" id="{F5191663-8482-456E-A435-27D7BB7C551F}"/>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8</a:t>
            </a:r>
          </a:p>
        </p:txBody>
      </p:sp>
    </p:spTree>
    <p:extLst>
      <p:ext uri="{BB962C8B-B14F-4D97-AF65-F5344CB8AC3E}">
        <p14:creationId xmlns:p14="http://schemas.microsoft.com/office/powerpoint/2010/main" val="364610172"/>
      </p:ext>
    </p:extLst>
  </p:cSld>
</p:sld>
</file>

<file path=ppt/slides/slide9.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932D67DB-A4F1-458A-91A0-052C8C722F56}"/>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CRICKET, IN EVERY OUTCOME</a:t>
            </a:r>
          </a:p>
        </p:txBody>
      </p:sp>
      <p:sp>
        <p:nvSpPr>
          <p:cNvPr id="2" name="title">
            <a:extLst xmlns:a="http://schemas.openxmlformats.org/drawingml/2006/main">
              <a:ext uri="{FF2B5EF4-FFF2-40B4-BE49-F238E27FC236}">
                <a16:creationId xmlns:a16="http://schemas.microsoft.com/office/drawing/2014/main" id="{DC8CEBEF-9A31-42AC-A381-780E2B2C5953}"/>
              </a:ext>
            </a:extLst>
          </p:cNvPr>
          <p:cNvSpPr>
            <a:spLocks xmlns:a="http://schemas.openxmlformats.org/drawingml/2006/main" noGrp="1"/>
          </p:cNvSpPr>
          <p:nvPr/>
        </p:nvSpPr>
        <p:spPr>
          <a:xfrm xmlns:a="http://schemas.openxmlformats.org/drawingml/2006/main">
            <a:off x="609600" y="1000125"/>
            <a:ext cx="10963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Make the finish feel like cricket.</a:t>
            </a:r>
          </a:p>
        </p:txBody>
      </p:sp>
      <p:sp>
        <p:nvSpPr>
          <p:cNvPr id="3" name="subtitle">
            <a:extLst xmlns:a="http://schemas.openxmlformats.org/drawingml/2006/main">
              <a:ext uri="{FF2B5EF4-FFF2-40B4-BE49-F238E27FC236}">
                <a16:creationId xmlns:a16="http://schemas.microsoft.com/office/drawing/2014/main" id="{936EC9D0-7570-4319-8445-16832748C6A7}"/>
              </a:ext>
            </a:extLst>
          </p:cNvPr>
          <p:cNvSpPr>
            <a:spLocks xmlns:a="http://schemas.openxmlformats.org/drawingml/2006/main" noGrp="1"/>
          </p:cNvSpPr>
          <p:nvPr/>
        </p:nvSpPr>
        <p:spPr>
          <a:xfrm xmlns:a="http://schemas.openxmlformats.org/drawingml/2006/main">
            <a:off x="609600" y="18383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2C35"/>
                </a:solidFill>
                <a:latin typeface="DejaVu Sans"/>
                <a:ea typeface="DejaVu Sans"/>
                <a:cs typeface="DejaVu Sans"/>
              </a:defRPr>
            </a:defPPr>
            <a:lvl1pPr>
              <a:defRPr sz="2025" b="0">
                <a:solidFill>
                  <a:srgbClr val="122C35"/>
                </a:solidFill>
                <a:latin typeface="DejaVu Sans"/>
                <a:ea typeface="DejaVu Sans"/>
                <a:cs typeface="DejaVu Sans"/>
              </a:defRPr>
            </a:lvl1pPr>
            <a:lvl2pPr>
              <a:defRPr sz="2025" b="0">
                <a:solidFill>
                  <a:srgbClr val="122C35"/>
                </a:solidFill>
                <a:latin typeface="DejaVu Sans"/>
                <a:ea typeface="DejaVu Sans"/>
                <a:cs typeface="DejaVu Sans"/>
              </a:defRPr>
            </a:lvl2pPr>
            <a:lvl3pPr>
              <a:defRPr sz="2025" b="0">
                <a:solidFill>
                  <a:srgbClr val="122C35"/>
                </a:solidFill>
                <a:latin typeface="DejaVu Sans"/>
                <a:ea typeface="DejaVu Sans"/>
                <a:cs typeface="DejaVu Sans"/>
              </a:defRPr>
            </a:lvl3pPr>
            <a:lvl4pPr>
              <a:defRPr sz="2025" b="0">
                <a:solidFill>
                  <a:srgbClr val="122C35"/>
                </a:solidFill>
                <a:latin typeface="DejaVu Sans"/>
                <a:ea typeface="DejaVu Sans"/>
                <a:cs typeface="DejaVu Sans"/>
              </a:defRPr>
            </a:lvl4pPr>
            <a:lvl5pPr>
              <a:defRPr sz="2025" b="0">
                <a:solidFill>
                  <a:srgbClr val="122C35"/>
                </a:solidFill>
                <a:latin typeface="DejaVu Sans"/>
                <a:ea typeface="DejaVu Sans"/>
                <a:cs typeface="DejaVu Sans"/>
              </a:defRPr>
            </a:lvl5pPr>
            <a:lvl6pPr>
              <a:defRPr sz="2025" b="0">
                <a:solidFill>
                  <a:srgbClr val="122C35"/>
                </a:solidFill>
                <a:latin typeface="DejaVu Sans"/>
                <a:ea typeface="DejaVu Sans"/>
                <a:cs typeface="DejaVu Sans"/>
              </a:defRPr>
            </a:lvl6pPr>
            <a:lvl7pPr>
              <a:defRPr sz="2025" b="0">
                <a:solidFill>
                  <a:srgbClr val="122C35"/>
                </a:solidFill>
                <a:latin typeface="DejaVu Sans"/>
                <a:ea typeface="DejaVu Sans"/>
                <a:cs typeface="DejaVu Sans"/>
              </a:defRPr>
            </a:lvl7pPr>
            <a:lvl8pPr>
              <a:defRPr sz="2025" b="0">
                <a:solidFill>
                  <a:srgbClr val="122C35"/>
                </a:solidFill>
                <a:latin typeface="DejaVu Sans"/>
                <a:ea typeface="DejaVu Sans"/>
                <a:cs typeface="DejaVu Sans"/>
              </a:defRPr>
            </a:lvl8pPr>
            <a:lvl9pPr>
              <a:defRPr sz="2025" b="0">
                <a:solidFill>
                  <a:srgbClr val="122C35"/>
                </a:solidFill>
                <a:latin typeface="DejaVu Sans"/>
                <a:ea typeface="DejaVu Sans"/>
                <a:cs typeface="DejaVu Sans"/>
              </a:defRPr>
            </a:lvl9pPr>
          </a:lstStyle>
          <a:p xmlns:a="http://schemas.openxmlformats.org/drawingml/2006/main">
            <a:pPr>
              <a:defRPr sz="2025" b="0">
                <a:solidFill>
                  <a:srgbClr val="122C35"/>
                </a:solidFill>
                <a:latin typeface="DejaVu Sans"/>
                <a:ea typeface="DejaVu Sans"/>
                <a:cs typeface="DejaVu Sans"/>
              </a:defRPr>
            </a:pPr>
            <a:r>
              <a:rPr sz="2025" b="0">
                <a:solidFill>
                  <a:srgbClr val="122C35"/>
                </a:solidFill>
                <a:latin typeface="DejaVu Sans"/>
                <a:ea typeface="DejaVu Sans"/>
                <a:cs typeface="DejaVu Sans"/>
              </a:rPr>
              <a:t>Joy when you win. Dignity when you lose.</a:t>
            </a:r>
          </a:p>
        </p:txBody>
      </p:sp>
      <p:pic>
        <p:nvPicPr>
          <p:cNvPr id="4" name="">
            <a:extLst xmlns:a="http://schemas.openxmlformats.org/drawingml/2006/main">
              <a:ext uri="{FF2B5EF4-FFF2-40B4-BE49-F238E27FC236}">
                <a16:creationId xmlns:a16="http://schemas.microsoft.com/office/drawing/2014/main" id="{83C201FA-90A5-42B9-9627-2730636BBD30}"/>
              </a:ext>
            </a:extLst>
          </p:cNvPr>
          <p:cNvPicPr>
            <a:picLocks xmlns:a="http://schemas.openxmlformats.org/drawingml/2006/main" noChangeAspect="1"/>
          </p:cNvPicPr>
          <p:nvPr/>
        </p:nvPicPr>
        <p:blipFill>
          <a:blip xmlns:r="http://schemas.openxmlformats.org/officeDocument/2006/relationships" xmlns:a="http://schemas.openxmlformats.org/drawingml/2006/main" r:embed="Refc2dbee8836425a"/>
          <a:stretch xmlns:a="http://schemas.openxmlformats.org/drawingml/2006/main"/>
        </p:blipFill>
        <p:spPr>
          <a:xfrm xmlns:a="http://schemas.openxmlformats.org/drawingml/2006/main">
            <a:off x="2709190" y="2524125"/>
            <a:ext cx="6773333" cy="2476500"/>
          </a:xfrm>
          <a:prstGeom xmlns:a="http://schemas.openxmlformats.org/drawingml/2006/main" prst="rect">
            <a:avLst/>
          </a:prstGeom>
        </p:spPr>
      </p:pic>
      <p:sp>
        <p:nvSpPr>
          <p:cNvPr id="5" name="outcome">
            <a:extLst xmlns:a="http://schemas.openxmlformats.org/drawingml/2006/main">
              <a:ext uri="{FF2B5EF4-FFF2-40B4-BE49-F238E27FC236}">
                <a16:creationId xmlns:a16="http://schemas.microsoft.com/office/drawing/2014/main" id="{51C26D3D-F4EB-4299-AC9A-26C07EF01FED}"/>
              </a:ext>
            </a:extLst>
          </p:cNvPr>
          <p:cNvSpPr>
            <a:spLocks xmlns:a="http://schemas.openxmlformats.org/drawingml/2006/main" noGrp="1"/>
          </p:cNvSpPr>
          <p:nvPr/>
        </p:nvSpPr>
        <p:spPr>
          <a:xfrm xmlns:a="http://schemas.openxmlformats.org/drawingml/2006/main">
            <a:off x="609600" y="5276850"/>
            <a:ext cx="3333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122C35"/>
                </a:solidFill>
                <a:latin typeface="DejaVu Sans"/>
                <a:ea typeface="DejaVu Sans"/>
                <a:cs typeface="DejaVu Sans"/>
              </a:defRPr>
            </a:defPPr>
            <a:lvl1pPr>
              <a:defRPr sz="1800" b="0">
                <a:solidFill>
                  <a:srgbClr val="122C35"/>
                </a:solidFill>
                <a:latin typeface="DejaVu Sans"/>
                <a:ea typeface="DejaVu Sans"/>
                <a:cs typeface="DejaVu Sans"/>
              </a:defRPr>
            </a:lvl1pPr>
            <a:lvl2pPr>
              <a:defRPr sz="1800" b="0">
                <a:solidFill>
                  <a:srgbClr val="122C35"/>
                </a:solidFill>
                <a:latin typeface="DejaVu Sans"/>
                <a:ea typeface="DejaVu Sans"/>
                <a:cs typeface="DejaVu Sans"/>
              </a:defRPr>
            </a:lvl2pPr>
            <a:lvl3pPr>
              <a:defRPr sz="1800" b="0">
                <a:solidFill>
                  <a:srgbClr val="122C35"/>
                </a:solidFill>
                <a:latin typeface="DejaVu Sans"/>
                <a:ea typeface="DejaVu Sans"/>
                <a:cs typeface="DejaVu Sans"/>
              </a:defRPr>
            </a:lvl3pPr>
            <a:lvl4pPr>
              <a:defRPr sz="1800" b="0">
                <a:solidFill>
                  <a:srgbClr val="122C35"/>
                </a:solidFill>
                <a:latin typeface="DejaVu Sans"/>
                <a:ea typeface="DejaVu Sans"/>
                <a:cs typeface="DejaVu Sans"/>
              </a:defRPr>
            </a:lvl4pPr>
            <a:lvl5pPr>
              <a:defRPr sz="1800" b="0">
                <a:solidFill>
                  <a:srgbClr val="122C35"/>
                </a:solidFill>
                <a:latin typeface="DejaVu Sans"/>
                <a:ea typeface="DejaVu Sans"/>
                <a:cs typeface="DejaVu Sans"/>
              </a:defRPr>
            </a:lvl5pPr>
            <a:lvl6pPr>
              <a:defRPr sz="1800" b="0">
                <a:solidFill>
                  <a:srgbClr val="122C35"/>
                </a:solidFill>
                <a:latin typeface="DejaVu Sans"/>
                <a:ea typeface="DejaVu Sans"/>
                <a:cs typeface="DejaVu Sans"/>
              </a:defRPr>
            </a:lvl6pPr>
            <a:lvl7pPr>
              <a:defRPr sz="1800" b="0">
                <a:solidFill>
                  <a:srgbClr val="122C35"/>
                </a:solidFill>
                <a:latin typeface="DejaVu Sans"/>
                <a:ea typeface="DejaVu Sans"/>
                <a:cs typeface="DejaVu Sans"/>
              </a:defRPr>
            </a:lvl7pPr>
            <a:lvl8pPr>
              <a:defRPr sz="1800" b="0">
                <a:solidFill>
                  <a:srgbClr val="122C35"/>
                </a:solidFill>
                <a:latin typeface="DejaVu Sans"/>
                <a:ea typeface="DejaVu Sans"/>
                <a:cs typeface="DejaVu Sans"/>
              </a:defRPr>
            </a:lvl8pPr>
            <a:lvl9pPr>
              <a:defRPr sz="1800" b="0">
                <a:solidFill>
                  <a:srgbClr val="122C35"/>
                </a:solidFill>
                <a:latin typeface="DejaVu Sans"/>
                <a:ea typeface="DejaVu Sans"/>
                <a:cs typeface="DejaVu Sans"/>
              </a:defRPr>
            </a:lvl9pPr>
          </a:lstStyle>
          <a:p xmlns:a="http://schemas.openxmlformats.org/drawingml/2006/main">
            <a:pPr>
              <a:defRPr sz="1800" b="0">
                <a:solidFill>
                  <a:srgbClr val="122C35"/>
                </a:solidFill>
                <a:latin typeface="DejaVu Sans"/>
                <a:ea typeface="DejaVu Sans"/>
                <a:cs typeface="DejaVu Sans"/>
              </a:defRPr>
            </a:pPr>
            <a:r>
              <a:rPr sz="1800" b="0">
                <a:solidFill>
                  <a:srgbClr val="122C35"/>
                </a:solidFill>
                <a:latin typeface="DejaVu Sans"/>
                <a:ea typeface="DejaVu Sans"/>
                <a:cs typeface="DejaVu Sans"/>
              </a:rPr>
              <a:t>Victory: bat, ball and a short cricket cheer.</a:t>
            </a:r>
          </a:p>
        </p:txBody>
      </p:sp>
      <p:sp>
        <p:nvSpPr>
          <p:cNvPr id="6" name="outcome">
            <a:extLst xmlns:a="http://schemas.openxmlformats.org/drawingml/2006/main">
              <a:ext uri="{FF2B5EF4-FFF2-40B4-BE49-F238E27FC236}">
                <a16:creationId xmlns:a16="http://schemas.microsoft.com/office/drawing/2014/main" id="{DA8D1C0D-9941-4210-A80C-678AAAFCD44B}"/>
              </a:ext>
            </a:extLst>
          </p:cNvPr>
          <p:cNvSpPr>
            <a:spLocks xmlns:a="http://schemas.openxmlformats.org/drawingml/2006/main" noGrp="1"/>
          </p:cNvSpPr>
          <p:nvPr/>
        </p:nvSpPr>
        <p:spPr>
          <a:xfrm xmlns:a="http://schemas.openxmlformats.org/drawingml/2006/main">
            <a:off x="4352925" y="5276850"/>
            <a:ext cx="3333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122C35"/>
                </a:solidFill>
                <a:latin typeface="DejaVu Sans"/>
                <a:ea typeface="DejaVu Sans"/>
                <a:cs typeface="DejaVu Sans"/>
              </a:defRPr>
            </a:defPPr>
            <a:lvl1pPr>
              <a:defRPr sz="1800" b="0">
                <a:solidFill>
                  <a:srgbClr val="122C35"/>
                </a:solidFill>
                <a:latin typeface="DejaVu Sans"/>
                <a:ea typeface="DejaVu Sans"/>
                <a:cs typeface="DejaVu Sans"/>
              </a:defRPr>
            </a:lvl1pPr>
            <a:lvl2pPr>
              <a:defRPr sz="1800" b="0">
                <a:solidFill>
                  <a:srgbClr val="122C35"/>
                </a:solidFill>
                <a:latin typeface="DejaVu Sans"/>
                <a:ea typeface="DejaVu Sans"/>
                <a:cs typeface="DejaVu Sans"/>
              </a:defRPr>
            </a:lvl2pPr>
            <a:lvl3pPr>
              <a:defRPr sz="1800" b="0">
                <a:solidFill>
                  <a:srgbClr val="122C35"/>
                </a:solidFill>
                <a:latin typeface="DejaVu Sans"/>
                <a:ea typeface="DejaVu Sans"/>
                <a:cs typeface="DejaVu Sans"/>
              </a:defRPr>
            </a:lvl3pPr>
            <a:lvl4pPr>
              <a:defRPr sz="1800" b="0">
                <a:solidFill>
                  <a:srgbClr val="122C35"/>
                </a:solidFill>
                <a:latin typeface="DejaVu Sans"/>
                <a:ea typeface="DejaVu Sans"/>
                <a:cs typeface="DejaVu Sans"/>
              </a:defRPr>
            </a:lvl4pPr>
            <a:lvl5pPr>
              <a:defRPr sz="1800" b="0">
                <a:solidFill>
                  <a:srgbClr val="122C35"/>
                </a:solidFill>
                <a:latin typeface="DejaVu Sans"/>
                <a:ea typeface="DejaVu Sans"/>
                <a:cs typeface="DejaVu Sans"/>
              </a:defRPr>
            </a:lvl5pPr>
            <a:lvl6pPr>
              <a:defRPr sz="1800" b="0">
                <a:solidFill>
                  <a:srgbClr val="122C35"/>
                </a:solidFill>
                <a:latin typeface="DejaVu Sans"/>
                <a:ea typeface="DejaVu Sans"/>
                <a:cs typeface="DejaVu Sans"/>
              </a:defRPr>
            </a:lvl6pPr>
            <a:lvl7pPr>
              <a:defRPr sz="1800" b="0">
                <a:solidFill>
                  <a:srgbClr val="122C35"/>
                </a:solidFill>
                <a:latin typeface="DejaVu Sans"/>
                <a:ea typeface="DejaVu Sans"/>
                <a:cs typeface="DejaVu Sans"/>
              </a:defRPr>
            </a:lvl7pPr>
            <a:lvl8pPr>
              <a:defRPr sz="1800" b="0">
                <a:solidFill>
                  <a:srgbClr val="122C35"/>
                </a:solidFill>
                <a:latin typeface="DejaVu Sans"/>
                <a:ea typeface="DejaVu Sans"/>
                <a:cs typeface="DejaVu Sans"/>
              </a:defRPr>
            </a:lvl8pPr>
            <a:lvl9pPr>
              <a:defRPr sz="1800" b="0">
                <a:solidFill>
                  <a:srgbClr val="122C35"/>
                </a:solidFill>
                <a:latin typeface="DejaVu Sans"/>
                <a:ea typeface="DejaVu Sans"/>
                <a:cs typeface="DejaVu Sans"/>
              </a:defRPr>
            </a:lvl9pPr>
          </a:lstStyle>
          <a:p xmlns:a="http://schemas.openxmlformats.org/drawingml/2006/main">
            <a:pPr>
              <a:defRPr sz="1800" b="0">
                <a:solidFill>
                  <a:srgbClr val="122C35"/>
                </a:solidFill>
                <a:latin typeface="DejaVu Sans"/>
                <a:ea typeface="DejaVu Sans"/>
                <a:cs typeface="DejaVu Sans"/>
              </a:defRPr>
            </a:pPr>
            <a:r>
              <a:rPr sz="1800" b="0">
                <a:solidFill>
                  <a:srgbClr val="122C35"/>
                </a:solidFill>
                <a:latin typeface="DejaVu Sans"/>
                <a:ea typeface="DejaVu Sans"/>
                <a:cs typeface="DejaVu Sans"/>
              </a:rPr>
              <a:t>Loss: wicket gone; a useful prompt for the next over.</a:t>
            </a:r>
          </a:p>
        </p:txBody>
      </p:sp>
      <p:sp>
        <p:nvSpPr>
          <p:cNvPr id="7" name="outcome">
            <a:extLst xmlns:a="http://schemas.openxmlformats.org/drawingml/2006/main">
              <a:ext uri="{FF2B5EF4-FFF2-40B4-BE49-F238E27FC236}">
                <a16:creationId xmlns:a16="http://schemas.microsoft.com/office/drawing/2014/main" id="{1B5FBF13-F680-4CF4-81FE-2BC772CB5507}"/>
              </a:ext>
            </a:extLst>
          </p:cNvPr>
          <p:cNvSpPr>
            <a:spLocks xmlns:a="http://schemas.openxmlformats.org/drawingml/2006/main" noGrp="1"/>
          </p:cNvSpPr>
          <p:nvPr/>
        </p:nvSpPr>
        <p:spPr>
          <a:xfrm xmlns:a="http://schemas.openxmlformats.org/drawingml/2006/main">
            <a:off x="8096250" y="5276850"/>
            <a:ext cx="3333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122C35"/>
                </a:solidFill>
                <a:latin typeface="DejaVu Sans"/>
                <a:ea typeface="DejaVu Sans"/>
                <a:cs typeface="DejaVu Sans"/>
              </a:defRPr>
            </a:defPPr>
            <a:lvl1pPr>
              <a:defRPr sz="1800" b="0">
                <a:solidFill>
                  <a:srgbClr val="122C35"/>
                </a:solidFill>
                <a:latin typeface="DejaVu Sans"/>
                <a:ea typeface="DejaVu Sans"/>
                <a:cs typeface="DejaVu Sans"/>
              </a:defRPr>
            </a:lvl1pPr>
            <a:lvl2pPr>
              <a:defRPr sz="1800" b="0">
                <a:solidFill>
                  <a:srgbClr val="122C35"/>
                </a:solidFill>
                <a:latin typeface="DejaVu Sans"/>
                <a:ea typeface="DejaVu Sans"/>
                <a:cs typeface="DejaVu Sans"/>
              </a:defRPr>
            </a:lvl2pPr>
            <a:lvl3pPr>
              <a:defRPr sz="1800" b="0">
                <a:solidFill>
                  <a:srgbClr val="122C35"/>
                </a:solidFill>
                <a:latin typeface="DejaVu Sans"/>
                <a:ea typeface="DejaVu Sans"/>
                <a:cs typeface="DejaVu Sans"/>
              </a:defRPr>
            </a:lvl3pPr>
            <a:lvl4pPr>
              <a:defRPr sz="1800" b="0">
                <a:solidFill>
                  <a:srgbClr val="122C35"/>
                </a:solidFill>
                <a:latin typeface="DejaVu Sans"/>
                <a:ea typeface="DejaVu Sans"/>
                <a:cs typeface="DejaVu Sans"/>
              </a:defRPr>
            </a:lvl4pPr>
            <a:lvl5pPr>
              <a:defRPr sz="1800" b="0">
                <a:solidFill>
                  <a:srgbClr val="122C35"/>
                </a:solidFill>
                <a:latin typeface="DejaVu Sans"/>
                <a:ea typeface="DejaVu Sans"/>
                <a:cs typeface="DejaVu Sans"/>
              </a:defRPr>
            </a:lvl5pPr>
            <a:lvl6pPr>
              <a:defRPr sz="1800" b="0">
                <a:solidFill>
                  <a:srgbClr val="122C35"/>
                </a:solidFill>
                <a:latin typeface="DejaVu Sans"/>
                <a:ea typeface="DejaVu Sans"/>
                <a:cs typeface="DejaVu Sans"/>
              </a:defRPr>
            </a:lvl6pPr>
            <a:lvl7pPr>
              <a:defRPr sz="1800" b="0">
                <a:solidFill>
                  <a:srgbClr val="122C35"/>
                </a:solidFill>
                <a:latin typeface="DejaVu Sans"/>
                <a:ea typeface="DejaVu Sans"/>
                <a:cs typeface="DejaVu Sans"/>
              </a:defRPr>
            </a:lvl7pPr>
            <a:lvl8pPr>
              <a:defRPr sz="1800" b="0">
                <a:solidFill>
                  <a:srgbClr val="122C35"/>
                </a:solidFill>
                <a:latin typeface="DejaVu Sans"/>
                <a:ea typeface="DejaVu Sans"/>
                <a:cs typeface="DejaVu Sans"/>
              </a:defRPr>
            </a:lvl8pPr>
            <a:lvl9pPr>
              <a:defRPr sz="1800" b="0">
                <a:solidFill>
                  <a:srgbClr val="122C35"/>
                </a:solidFill>
                <a:latin typeface="DejaVu Sans"/>
                <a:ea typeface="DejaVu Sans"/>
                <a:cs typeface="DejaVu Sans"/>
              </a:defRPr>
            </a:lvl9pPr>
          </a:lstStyle>
          <a:p xmlns:a="http://schemas.openxmlformats.org/drawingml/2006/main">
            <a:pPr>
              <a:defRPr sz="1800" b="0">
                <a:solidFill>
                  <a:srgbClr val="122C35"/>
                </a:solidFill>
                <a:latin typeface="DejaVu Sans"/>
                <a:ea typeface="DejaVu Sans"/>
                <a:cs typeface="DejaVu Sans"/>
              </a:defRPr>
            </a:pPr>
            <a:r>
              <a:rPr sz="1800" b="0">
                <a:solidFill>
                  <a:srgbClr val="122C35"/>
                </a:solidFill>
                <a:latin typeface="DejaVu Sans"/>
                <a:ea typeface="DejaVu Sans"/>
                <a:cs typeface="DejaVu Sans"/>
              </a:rPr>
              <a:t>Close finish: a run-out moment, followed by a clear score.</a:t>
            </a:r>
          </a:p>
        </p:txBody>
      </p:sp>
      <p:sp>
        <p:nvSpPr>
          <p:cNvPr id="8" name="footer">
            <a:extLst xmlns:a="http://schemas.openxmlformats.org/drawingml/2006/main">
              <a:ext uri="{FF2B5EF4-FFF2-40B4-BE49-F238E27FC236}">
                <a16:creationId xmlns:a16="http://schemas.microsoft.com/office/drawing/2014/main" id="{B3B0F70B-45E0-448F-9049-A9F48D538A5C}"/>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9" name="folio">
            <a:extLst xmlns:a="http://schemas.openxmlformats.org/drawingml/2006/main">
              <a:ext uri="{FF2B5EF4-FFF2-40B4-BE49-F238E27FC236}">
                <a16:creationId xmlns:a16="http://schemas.microsoft.com/office/drawing/2014/main" id="{69C3EB20-3629-4F4C-9250-FBB8FAAE5574}"/>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9</a:t>
            </a:r>
          </a:p>
        </p:txBody>
      </p:sp>
    </p:spTree>
    <p:extLst>
      <p:ext uri="{BB962C8B-B14F-4D97-AF65-F5344CB8AC3E}">
        <p14:creationId xmlns:p14="http://schemas.microsoft.com/office/powerpoint/2010/main" val="1794688533"/>
      </p:ext>
    </p:extLst>
  </p:cSld>
</p:sld>
</file>

<file path=ppt/slides/slide10.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7BF8369-6220-45F1-95D9-6A280C64ECFA}"/>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PROGRESSION</a:t>
            </a:r>
          </a:p>
        </p:txBody>
      </p:sp>
      <p:sp>
        <p:nvSpPr>
          <p:cNvPr id="2" name="title">
            <a:extLst xmlns:a="http://schemas.openxmlformats.org/drawingml/2006/main">
              <a:ext uri="{FF2B5EF4-FFF2-40B4-BE49-F238E27FC236}">
                <a16:creationId xmlns:a16="http://schemas.microsoft.com/office/drawing/2014/main" id="{E68C5505-7C0A-4B45-BF48-590E68DF668D}"/>
              </a:ext>
            </a:extLst>
          </p:cNvPr>
          <p:cNvSpPr>
            <a:spLocks xmlns:a="http://schemas.openxmlformats.org/drawingml/2006/main" noGrp="1"/>
          </p:cNvSpPr>
          <p:nvPr/>
        </p:nvSpPr>
        <p:spPr>
          <a:xfrm xmlns:a="http://schemas.openxmlformats.org/drawingml/2006/main">
            <a:off x="609600" y="990600"/>
            <a:ext cx="5953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Earn a reputation people recognise.</a:t>
            </a:r>
          </a:p>
        </p:txBody>
      </p:sp>
      <p:sp>
        <p:nvSpPr>
          <p:cNvPr id="3" name="subtitle">
            <a:extLst xmlns:a="http://schemas.openxmlformats.org/drawingml/2006/main">
              <a:ext uri="{FF2B5EF4-FFF2-40B4-BE49-F238E27FC236}">
                <a16:creationId xmlns:a16="http://schemas.microsoft.com/office/drawing/2014/main" id="{EDFEABAA-BF73-4A79-BE83-5E79E87CC8DB}"/>
              </a:ext>
            </a:extLst>
          </p:cNvPr>
          <p:cNvSpPr>
            <a:spLocks xmlns:a="http://schemas.openxmlformats.org/drawingml/2006/main" noGrp="1"/>
          </p:cNvSpPr>
          <p:nvPr/>
        </p:nvSpPr>
        <p:spPr>
          <a:xfrm xmlns:a="http://schemas.openxmlformats.org/drawingml/2006/main">
            <a:off x="609600" y="2714625"/>
            <a:ext cx="571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2C35"/>
                </a:solidFill>
                <a:latin typeface="DejaVu Sans"/>
                <a:ea typeface="DejaVu Sans"/>
                <a:cs typeface="DejaVu Sans"/>
              </a:defRPr>
            </a:defPPr>
            <a:lvl1pPr>
              <a:defRPr sz="2100" b="0">
                <a:solidFill>
                  <a:srgbClr val="122C35"/>
                </a:solidFill>
                <a:latin typeface="DejaVu Sans"/>
                <a:ea typeface="DejaVu Sans"/>
                <a:cs typeface="DejaVu Sans"/>
              </a:defRPr>
            </a:lvl1pPr>
            <a:lvl2pPr>
              <a:defRPr sz="2100" b="0">
                <a:solidFill>
                  <a:srgbClr val="122C35"/>
                </a:solidFill>
                <a:latin typeface="DejaVu Sans"/>
                <a:ea typeface="DejaVu Sans"/>
                <a:cs typeface="DejaVu Sans"/>
              </a:defRPr>
            </a:lvl2pPr>
            <a:lvl3pPr>
              <a:defRPr sz="2100" b="0">
                <a:solidFill>
                  <a:srgbClr val="122C35"/>
                </a:solidFill>
                <a:latin typeface="DejaVu Sans"/>
                <a:ea typeface="DejaVu Sans"/>
                <a:cs typeface="DejaVu Sans"/>
              </a:defRPr>
            </a:lvl3pPr>
            <a:lvl4pPr>
              <a:defRPr sz="2100" b="0">
                <a:solidFill>
                  <a:srgbClr val="122C35"/>
                </a:solidFill>
                <a:latin typeface="DejaVu Sans"/>
                <a:ea typeface="DejaVu Sans"/>
                <a:cs typeface="DejaVu Sans"/>
              </a:defRPr>
            </a:lvl4pPr>
            <a:lvl5pPr>
              <a:defRPr sz="2100" b="0">
                <a:solidFill>
                  <a:srgbClr val="122C35"/>
                </a:solidFill>
                <a:latin typeface="DejaVu Sans"/>
                <a:ea typeface="DejaVu Sans"/>
                <a:cs typeface="DejaVu Sans"/>
              </a:defRPr>
            </a:lvl5pPr>
            <a:lvl6pPr>
              <a:defRPr sz="2100" b="0">
                <a:solidFill>
                  <a:srgbClr val="122C35"/>
                </a:solidFill>
                <a:latin typeface="DejaVu Sans"/>
                <a:ea typeface="DejaVu Sans"/>
                <a:cs typeface="DejaVu Sans"/>
              </a:defRPr>
            </a:lvl6pPr>
            <a:lvl7pPr>
              <a:defRPr sz="2100" b="0">
                <a:solidFill>
                  <a:srgbClr val="122C35"/>
                </a:solidFill>
                <a:latin typeface="DejaVu Sans"/>
                <a:ea typeface="DejaVu Sans"/>
                <a:cs typeface="DejaVu Sans"/>
              </a:defRPr>
            </a:lvl7pPr>
            <a:lvl8pPr>
              <a:defRPr sz="2100" b="0">
                <a:solidFill>
                  <a:srgbClr val="122C35"/>
                </a:solidFill>
                <a:latin typeface="DejaVu Sans"/>
                <a:ea typeface="DejaVu Sans"/>
                <a:cs typeface="DejaVu Sans"/>
              </a:defRPr>
            </a:lvl8pPr>
            <a:lvl9pPr>
              <a:defRPr sz="2100" b="0">
                <a:solidFill>
                  <a:srgbClr val="122C35"/>
                </a:solidFill>
                <a:latin typeface="DejaVu Sans"/>
                <a:ea typeface="DejaVu Sans"/>
                <a:cs typeface="DejaVu Sans"/>
              </a:defRPr>
            </a:lvl9pPr>
          </a:lstStyle>
          <a:p xmlns:a="http://schemas.openxmlformats.org/drawingml/2006/main">
            <a:pPr>
              <a:defRPr sz="2100" b="0">
                <a:solidFill>
                  <a:srgbClr val="122C35"/>
                </a:solidFill>
                <a:latin typeface="DejaVu Sans"/>
                <a:ea typeface="DejaVu Sans"/>
                <a:cs typeface="DejaVu Sans"/>
              </a:defRPr>
            </a:pPr>
            <a:r>
              <a:rPr sz="2100" b="0">
                <a:solidFill>
                  <a:srgbClr val="122C35"/>
                </a:solidFill>
                <a:latin typeface="DejaVu Sans"/>
                <a:ea typeface="DejaVu Sans"/>
                <a:cs typeface="DejaVu Sans"/>
              </a:rPr>
              <a:t>Progress should explain what the player did well.</a:t>
            </a:r>
          </a:p>
        </p:txBody>
      </p:sp>
      <p:sp>
        <p:nvSpPr>
          <p:cNvPr id="4" name="body">
            <a:extLst xmlns:a="http://schemas.openxmlformats.org/drawingml/2006/main">
              <a:ext uri="{FF2B5EF4-FFF2-40B4-BE49-F238E27FC236}">
                <a16:creationId xmlns:a16="http://schemas.microsoft.com/office/drawing/2014/main" id="{A9AC9985-9D24-476E-A555-4A77D4621A8B}"/>
              </a:ext>
            </a:extLst>
          </p:cNvPr>
          <p:cNvSpPr>
            <a:spLocks xmlns:a="http://schemas.openxmlformats.org/drawingml/2006/main" noGrp="1"/>
          </p:cNvSpPr>
          <p:nvPr/>
        </p:nvSpPr>
        <p:spPr>
          <a:xfrm xmlns:a="http://schemas.openxmlformats.org/drawingml/2006/main">
            <a:off x="609600" y="3667125"/>
            <a:ext cx="5715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XP makes completed play and improvement visible.</a:t>
            </a:r>
          </a:p>
          <a:p xmlns:a="http://schemas.openxmlformats.org/drawingml/2006/main">
            <a:r>
              <a:t/>
            </a:r>
          </a:p>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Club tags, banners and local titles build a shared identity.</a:t>
            </a:r>
          </a:p>
          <a:p xmlns:a="http://schemas.openxmlformats.org/drawingml/2006/main">
            <a:r>
              <a:t/>
            </a:r>
          </a:p>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Cosmetic recognition keeps match outcomes fair.</a:t>
            </a:r>
          </a:p>
        </p:txBody>
      </p:sp>
      <p:pic>
        <p:nvPicPr>
          <p:cNvPr id="5" name="">
            <a:extLst xmlns:a="http://schemas.openxmlformats.org/drawingml/2006/main">
              <a:ext uri="{FF2B5EF4-FFF2-40B4-BE49-F238E27FC236}">
                <a16:creationId xmlns:a16="http://schemas.microsoft.com/office/drawing/2014/main" id="{E6A93829-8B25-45B8-8CED-A6E3C4C94BD4}"/>
              </a:ext>
            </a:extLst>
          </p:cNvPr>
          <p:cNvPicPr>
            <a:picLocks xmlns:a="http://schemas.openxmlformats.org/drawingml/2006/main" noChangeAspect="1"/>
          </p:cNvPicPr>
          <p:nvPr/>
        </p:nvPicPr>
        <p:blipFill>
          <a:blip xmlns:r="http://schemas.openxmlformats.org/officeDocument/2006/relationships" xmlns:a="http://schemas.openxmlformats.org/drawingml/2006/main" r:embed="Rcff2d808d44343ba"/>
          <a:srcRect xmlns:a="http://schemas.openxmlformats.org/drawingml/2006/main" l="17467" t="0" r="17467" b="0"/>
          <a:stretch xmlns:a="http://schemas.openxmlformats.org/drawingml/2006/main">
            <a:fillRect l="0" t="0" r="0" b="0"/>
          </a:stretch>
        </p:blipFill>
        <p:spPr>
          <a:xfrm xmlns:a="http://schemas.openxmlformats.org/drawingml/2006/main">
            <a:off x="6924675" y="1057275"/>
            <a:ext cx="4657439" cy="4772025"/>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8F1AB520-E99D-4C2F-BAFA-5A2F606FE17F}"/>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7" name="folio">
            <a:extLst xmlns:a="http://schemas.openxmlformats.org/drawingml/2006/main">
              <a:ext uri="{FF2B5EF4-FFF2-40B4-BE49-F238E27FC236}">
                <a16:creationId xmlns:a16="http://schemas.microsoft.com/office/drawing/2014/main" id="{7471F940-0D75-4BCE-AD39-5E0078936303}"/>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10</a:t>
            </a:r>
          </a:p>
        </p:txBody>
      </p:sp>
    </p:spTree>
    <p:extLst>
      <p:ext uri="{BB962C8B-B14F-4D97-AF65-F5344CB8AC3E}">
        <p14:creationId xmlns:p14="http://schemas.microsoft.com/office/powerpoint/2010/main" val="287499228"/>
      </p:ext>
    </p:extLst>
  </p:cSld>
</p:sld>
</file>

<file path=ppt/slides/slide11.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529A636E-5719-46F2-8F94-13EF0988EDB4}"/>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SHARING &amp; RETURN</a:t>
            </a:r>
          </a:p>
        </p:txBody>
      </p:sp>
      <p:sp>
        <p:nvSpPr>
          <p:cNvPr id="2" name="title">
            <a:extLst xmlns:a="http://schemas.openxmlformats.org/drawingml/2006/main">
              <a:ext uri="{FF2B5EF4-FFF2-40B4-BE49-F238E27FC236}">
                <a16:creationId xmlns:a16="http://schemas.microsoft.com/office/drawing/2014/main" id="{9B7B1B20-63D1-4EB6-AE4C-088DC988B09F}"/>
              </a:ext>
            </a:extLst>
          </p:cNvPr>
          <p:cNvSpPr>
            <a:spLocks xmlns:a="http://schemas.openxmlformats.org/drawingml/2006/main" noGrp="1"/>
          </p:cNvSpPr>
          <p:nvPr/>
        </p:nvSpPr>
        <p:spPr>
          <a:xfrm xmlns:a="http://schemas.openxmlformats.org/drawingml/2006/main">
            <a:off x="609600" y="1000125"/>
            <a:ext cx="10963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Share the story. Choose the rematch.</a:t>
            </a:r>
          </a:p>
        </p:txBody>
      </p:sp>
      <p:sp>
        <p:nvSpPr>
          <p:cNvPr id="3" name="subtitle">
            <a:extLst xmlns:a="http://schemas.openxmlformats.org/drawingml/2006/main">
              <a:ext uri="{FF2B5EF4-FFF2-40B4-BE49-F238E27FC236}">
                <a16:creationId xmlns:a16="http://schemas.microsoft.com/office/drawing/2014/main" id="{8BB44C2D-D862-4405-A9BC-E033A9A5327A}"/>
              </a:ext>
            </a:extLst>
          </p:cNvPr>
          <p:cNvSpPr>
            <a:spLocks xmlns:a="http://schemas.openxmlformats.org/drawingml/2006/main" noGrp="1"/>
          </p:cNvSpPr>
          <p:nvPr/>
        </p:nvSpPr>
        <p:spPr>
          <a:xfrm xmlns:a="http://schemas.openxmlformats.org/drawingml/2006/main">
            <a:off x="609600" y="184785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2C35"/>
                </a:solidFill>
                <a:latin typeface="DejaVu Sans"/>
                <a:ea typeface="DejaVu Sans"/>
                <a:cs typeface="DejaVu Sans"/>
              </a:defRPr>
            </a:defPPr>
            <a:lvl1pPr>
              <a:defRPr sz="2025" b="0">
                <a:solidFill>
                  <a:srgbClr val="122C35"/>
                </a:solidFill>
                <a:latin typeface="DejaVu Sans"/>
                <a:ea typeface="DejaVu Sans"/>
                <a:cs typeface="DejaVu Sans"/>
              </a:defRPr>
            </a:lvl1pPr>
            <a:lvl2pPr>
              <a:defRPr sz="2025" b="0">
                <a:solidFill>
                  <a:srgbClr val="122C35"/>
                </a:solidFill>
                <a:latin typeface="DejaVu Sans"/>
                <a:ea typeface="DejaVu Sans"/>
                <a:cs typeface="DejaVu Sans"/>
              </a:defRPr>
            </a:lvl2pPr>
            <a:lvl3pPr>
              <a:defRPr sz="2025" b="0">
                <a:solidFill>
                  <a:srgbClr val="122C35"/>
                </a:solidFill>
                <a:latin typeface="DejaVu Sans"/>
                <a:ea typeface="DejaVu Sans"/>
                <a:cs typeface="DejaVu Sans"/>
              </a:defRPr>
            </a:lvl3pPr>
            <a:lvl4pPr>
              <a:defRPr sz="2025" b="0">
                <a:solidFill>
                  <a:srgbClr val="122C35"/>
                </a:solidFill>
                <a:latin typeface="DejaVu Sans"/>
                <a:ea typeface="DejaVu Sans"/>
                <a:cs typeface="DejaVu Sans"/>
              </a:defRPr>
            </a:lvl4pPr>
            <a:lvl5pPr>
              <a:defRPr sz="2025" b="0">
                <a:solidFill>
                  <a:srgbClr val="122C35"/>
                </a:solidFill>
                <a:latin typeface="DejaVu Sans"/>
                <a:ea typeface="DejaVu Sans"/>
                <a:cs typeface="DejaVu Sans"/>
              </a:defRPr>
            </a:lvl5pPr>
            <a:lvl6pPr>
              <a:defRPr sz="2025" b="0">
                <a:solidFill>
                  <a:srgbClr val="122C35"/>
                </a:solidFill>
                <a:latin typeface="DejaVu Sans"/>
                <a:ea typeface="DejaVu Sans"/>
                <a:cs typeface="DejaVu Sans"/>
              </a:defRPr>
            </a:lvl6pPr>
            <a:lvl7pPr>
              <a:defRPr sz="2025" b="0">
                <a:solidFill>
                  <a:srgbClr val="122C35"/>
                </a:solidFill>
                <a:latin typeface="DejaVu Sans"/>
                <a:ea typeface="DejaVu Sans"/>
                <a:cs typeface="DejaVu Sans"/>
              </a:defRPr>
            </a:lvl7pPr>
            <a:lvl8pPr>
              <a:defRPr sz="2025" b="0">
                <a:solidFill>
                  <a:srgbClr val="122C35"/>
                </a:solidFill>
                <a:latin typeface="DejaVu Sans"/>
                <a:ea typeface="DejaVu Sans"/>
                <a:cs typeface="DejaVu Sans"/>
              </a:defRPr>
            </a:lvl8pPr>
            <a:lvl9pPr>
              <a:defRPr sz="2025" b="0">
                <a:solidFill>
                  <a:srgbClr val="122C35"/>
                </a:solidFill>
                <a:latin typeface="DejaVu Sans"/>
                <a:ea typeface="DejaVu Sans"/>
                <a:cs typeface="DejaVu Sans"/>
              </a:defRPr>
            </a:lvl9pPr>
          </a:lstStyle>
          <a:p xmlns:a="http://schemas.openxmlformats.org/drawingml/2006/main">
            <a:pPr>
              <a:defRPr sz="2025" b="0">
                <a:solidFill>
                  <a:srgbClr val="122C35"/>
                </a:solidFill>
                <a:latin typeface="DejaVu Sans"/>
                <a:ea typeface="DejaVu Sans"/>
                <a:cs typeface="DejaVu Sans"/>
              </a:defRPr>
            </a:pPr>
            <a:r>
              <a:rPr sz="2025" b="0">
                <a:solidFill>
                  <a:srgbClr val="122C35"/>
                </a:solidFill>
                <a:latin typeface="DejaVu Sans"/>
                <a:ea typeface="DejaVu Sans"/>
                <a:cs typeface="DejaVu Sans"/>
              </a:rPr>
              <a:t>A scorecard is the invitation.</a:t>
            </a:r>
          </a:p>
        </p:txBody>
      </p:sp>
      <p:sp>
        <p:nvSpPr>
          <p:cNvPr id="4" name="step value">
            <a:extLst xmlns:a="http://schemas.openxmlformats.org/drawingml/2006/main">
              <a:ext uri="{FF2B5EF4-FFF2-40B4-BE49-F238E27FC236}">
                <a16:creationId xmlns:a16="http://schemas.microsoft.com/office/drawing/2014/main" id="{72D4A57B-C93B-4C58-A7F4-5B0D0EF170C6}"/>
              </a:ext>
            </a:extLst>
          </p:cNvPr>
          <p:cNvSpPr>
            <a:spLocks xmlns:a="http://schemas.openxmlformats.org/drawingml/2006/main" noGrp="1"/>
          </p:cNvSpPr>
          <p:nvPr/>
        </p:nvSpPr>
        <p:spPr>
          <a:xfrm xmlns:a="http://schemas.openxmlformats.org/drawingml/2006/main">
            <a:off x="609600" y="281940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076F6B"/>
                </a:solidFill>
                <a:latin typeface="DejaVu Sans"/>
                <a:ea typeface="DejaVu Sans"/>
                <a:cs typeface="DejaVu Sans"/>
              </a:defRPr>
            </a:defPPr>
            <a:lvl1pPr>
              <a:defRPr sz="4800" b="1">
                <a:solidFill>
                  <a:srgbClr val="076F6B"/>
                </a:solidFill>
                <a:latin typeface="DejaVu Sans"/>
                <a:ea typeface="DejaVu Sans"/>
                <a:cs typeface="DejaVu Sans"/>
              </a:defRPr>
            </a:lvl1pPr>
            <a:lvl2pPr>
              <a:defRPr sz="4800" b="1">
                <a:solidFill>
                  <a:srgbClr val="076F6B"/>
                </a:solidFill>
                <a:latin typeface="DejaVu Sans"/>
                <a:ea typeface="DejaVu Sans"/>
                <a:cs typeface="DejaVu Sans"/>
              </a:defRPr>
            </a:lvl2pPr>
            <a:lvl3pPr>
              <a:defRPr sz="4800" b="1">
                <a:solidFill>
                  <a:srgbClr val="076F6B"/>
                </a:solidFill>
                <a:latin typeface="DejaVu Sans"/>
                <a:ea typeface="DejaVu Sans"/>
                <a:cs typeface="DejaVu Sans"/>
              </a:defRPr>
            </a:lvl3pPr>
            <a:lvl4pPr>
              <a:defRPr sz="4800" b="1">
                <a:solidFill>
                  <a:srgbClr val="076F6B"/>
                </a:solidFill>
                <a:latin typeface="DejaVu Sans"/>
                <a:ea typeface="DejaVu Sans"/>
                <a:cs typeface="DejaVu Sans"/>
              </a:defRPr>
            </a:lvl4pPr>
            <a:lvl5pPr>
              <a:defRPr sz="4800" b="1">
                <a:solidFill>
                  <a:srgbClr val="076F6B"/>
                </a:solidFill>
                <a:latin typeface="DejaVu Sans"/>
                <a:ea typeface="DejaVu Sans"/>
                <a:cs typeface="DejaVu Sans"/>
              </a:defRPr>
            </a:lvl5pPr>
            <a:lvl6pPr>
              <a:defRPr sz="4800" b="1">
                <a:solidFill>
                  <a:srgbClr val="076F6B"/>
                </a:solidFill>
                <a:latin typeface="DejaVu Sans"/>
                <a:ea typeface="DejaVu Sans"/>
                <a:cs typeface="DejaVu Sans"/>
              </a:defRPr>
            </a:lvl6pPr>
            <a:lvl7pPr>
              <a:defRPr sz="4800" b="1">
                <a:solidFill>
                  <a:srgbClr val="076F6B"/>
                </a:solidFill>
                <a:latin typeface="DejaVu Sans"/>
                <a:ea typeface="DejaVu Sans"/>
                <a:cs typeface="DejaVu Sans"/>
              </a:defRPr>
            </a:lvl7pPr>
            <a:lvl8pPr>
              <a:defRPr sz="4800" b="1">
                <a:solidFill>
                  <a:srgbClr val="076F6B"/>
                </a:solidFill>
                <a:latin typeface="DejaVu Sans"/>
                <a:ea typeface="DejaVu Sans"/>
                <a:cs typeface="DejaVu Sans"/>
              </a:defRPr>
            </a:lvl8pPr>
            <a:lvl9pPr>
              <a:defRPr sz="4800" b="1">
                <a:solidFill>
                  <a:srgbClr val="076F6B"/>
                </a:solidFill>
                <a:latin typeface="DejaVu Sans"/>
                <a:ea typeface="DejaVu Sans"/>
                <a:cs typeface="DejaVu Sans"/>
              </a:defRPr>
            </a:lvl9pPr>
          </a:lstStyle>
          <a:p xmlns:a="http://schemas.openxmlformats.org/drawingml/2006/main">
            <a:pPr>
              <a:defRPr sz="4800" b="1">
                <a:solidFill>
                  <a:srgbClr val="076F6B"/>
                </a:solidFill>
                <a:latin typeface="DejaVu Sans"/>
                <a:ea typeface="DejaVu Sans"/>
                <a:cs typeface="DejaVu Sans"/>
              </a:defRPr>
            </a:pPr>
            <a:r>
              <a:rPr sz="4800" b="1">
                <a:solidFill>
                  <a:srgbClr val="076F6B"/>
                </a:solidFill>
                <a:latin typeface="DejaVu Sans"/>
                <a:ea typeface="DejaVu Sans"/>
                <a:cs typeface="DejaVu Sans"/>
              </a:rPr>
              <a:t>Share</a:t>
            </a:r>
          </a:p>
        </p:txBody>
      </p:sp>
      <p:sp>
        <p:nvSpPr>
          <p:cNvPr id="5" name="step heading">
            <a:extLst xmlns:a="http://schemas.openxmlformats.org/drawingml/2006/main">
              <a:ext uri="{FF2B5EF4-FFF2-40B4-BE49-F238E27FC236}">
                <a16:creationId xmlns:a16="http://schemas.microsoft.com/office/drawing/2014/main" id="{31D995C9-4375-4EA3-B959-8EE3FF1BFF7D}"/>
              </a:ext>
            </a:extLst>
          </p:cNvPr>
          <p:cNvSpPr>
            <a:spLocks xmlns:a="http://schemas.openxmlformats.org/drawingml/2006/main" noGrp="1"/>
          </p:cNvSpPr>
          <p:nvPr/>
        </p:nvSpPr>
        <p:spPr>
          <a:xfrm xmlns:a="http://schemas.openxmlformats.org/drawingml/2006/main">
            <a:off x="609600" y="37814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1">
                <a:solidFill>
                  <a:srgbClr val="122C35"/>
                </a:solidFill>
                <a:latin typeface="DejaVu Sans"/>
                <a:ea typeface="DejaVu Sans"/>
                <a:cs typeface="DejaVu Sans"/>
              </a:defRPr>
            </a:defPPr>
            <a:lvl1pPr>
              <a:defRPr sz="1500" b="1">
                <a:solidFill>
                  <a:srgbClr val="122C35"/>
                </a:solidFill>
                <a:latin typeface="DejaVu Sans"/>
                <a:ea typeface="DejaVu Sans"/>
                <a:cs typeface="DejaVu Sans"/>
              </a:defRPr>
            </a:lvl1pPr>
            <a:lvl2pPr>
              <a:defRPr sz="1500" b="1">
                <a:solidFill>
                  <a:srgbClr val="122C35"/>
                </a:solidFill>
                <a:latin typeface="DejaVu Sans"/>
                <a:ea typeface="DejaVu Sans"/>
                <a:cs typeface="DejaVu Sans"/>
              </a:defRPr>
            </a:lvl2pPr>
            <a:lvl3pPr>
              <a:defRPr sz="1500" b="1">
                <a:solidFill>
                  <a:srgbClr val="122C35"/>
                </a:solidFill>
                <a:latin typeface="DejaVu Sans"/>
                <a:ea typeface="DejaVu Sans"/>
                <a:cs typeface="DejaVu Sans"/>
              </a:defRPr>
            </a:lvl3pPr>
            <a:lvl4pPr>
              <a:defRPr sz="1500" b="1">
                <a:solidFill>
                  <a:srgbClr val="122C35"/>
                </a:solidFill>
                <a:latin typeface="DejaVu Sans"/>
                <a:ea typeface="DejaVu Sans"/>
                <a:cs typeface="DejaVu Sans"/>
              </a:defRPr>
            </a:lvl4pPr>
            <a:lvl5pPr>
              <a:defRPr sz="1500" b="1">
                <a:solidFill>
                  <a:srgbClr val="122C35"/>
                </a:solidFill>
                <a:latin typeface="DejaVu Sans"/>
                <a:ea typeface="DejaVu Sans"/>
                <a:cs typeface="DejaVu Sans"/>
              </a:defRPr>
            </a:lvl5pPr>
            <a:lvl6pPr>
              <a:defRPr sz="1500" b="1">
                <a:solidFill>
                  <a:srgbClr val="122C35"/>
                </a:solidFill>
                <a:latin typeface="DejaVu Sans"/>
                <a:ea typeface="DejaVu Sans"/>
                <a:cs typeface="DejaVu Sans"/>
              </a:defRPr>
            </a:lvl6pPr>
            <a:lvl7pPr>
              <a:defRPr sz="1500" b="1">
                <a:solidFill>
                  <a:srgbClr val="122C35"/>
                </a:solidFill>
                <a:latin typeface="DejaVu Sans"/>
                <a:ea typeface="DejaVu Sans"/>
                <a:cs typeface="DejaVu Sans"/>
              </a:defRPr>
            </a:lvl7pPr>
            <a:lvl8pPr>
              <a:defRPr sz="1500" b="1">
                <a:solidFill>
                  <a:srgbClr val="122C35"/>
                </a:solidFill>
                <a:latin typeface="DejaVu Sans"/>
                <a:ea typeface="DejaVu Sans"/>
                <a:cs typeface="DejaVu Sans"/>
              </a:defRPr>
            </a:lvl8pPr>
            <a:lvl9pPr>
              <a:defRPr sz="1500" b="1">
                <a:solidFill>
                  <a:srgbClr val="122C35"/>
                </a:solidFill>
                <a:latin typeface="DejaVu Sans"/>
                <a:ea typeface="DejaVu Sans"/>
                <a:cs typeface="DejaVu Sans"/>
              </a:defRPr>
            </a:lvl9pPr>
          </a:lstStyle>
          <a:p xmlns:a="http://schemas.openxmlformats.org/drawingml/2006/main">
            <a:pPr>
              <a:defRPr sz="1500" b="1">
                <a:solidFill>
                  <a:srgbClr val="122C35"/>
                </a:solidFill>
                <a:latin typeface="DejaVu Sans"/>
                <a:ea typeface="DejaVu Sans"/>
                <a:cs typeface="DejaVu Sans"/>
              </a:defRPr>
            </a:pPr>
            <a:r>
              <a:rPr sz="1500" b="1">
                <a:solidFill>
                  <a:srgbClr val="122C35"/>
                </a:solidFill>
                <a:latin typeface="DejaVu Sans"/>
                <a:ea typeface="DejaVu Sans"/>
                <a:cs typeface="DejaVu Sans"/>
              </a:rPr>
              <a:t>RESULT</a:t>
            </a:r>
          </a:p>
        </p:txBody>
      </p:sp>
      <p:sp>
        <p:nvSpPr>
          <p:cNvPr id="6" name="step body">
            <a:extLst xmlns:a="http://schemas.openxmlformats.org/drawingml/2006/main">
              <a:ext uri="{FF2B5EF4-FFF2-40B4-BE49-F238E27FC236}">
                <a16:creationId xmlns:a16="http://schemas.microsoft.com/office/drawing/2014/main" id="{499C88F7-8A10-4C9D-81CE-9EAB0F0073E8}"/>
              </a:ext>
            </a:extLst>
          </p:cNvPr>
          <p:cNvSpPr>
            <a:spLocks xmlns:a="http://schemas.openxmlformats.org/drawingml/2006/main" noGrp="1"/>
          </p:cNvSpPr>
          <p:nvPr/>
        </p:nvSpPr>
        <p:spPr>
          <a:xfrm xmlns:a="http://schemas.openxmlformats.org/drawingml/2006/main">
            <a:off x="609600" y="4286250"/>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The actual score and club tag become a cricket story.</a:t>
            </a:r>
          </a:p>
        </p:txBody>
      </p:sp>
      <p:sp>
        <p:nvSpPr>
          <p:cNvPr id="7" name="step value">
            <a:extLst xmlns:a="http://schemas.openxmlformats.org/drawingml/2006/main">
              <a:ext uri="{FF2B5EF4-FFF2-40B4-BE49-F238E27FC236}">
                <a16:creationId xmlns:a16="http://schemas.microsoft.com/office/drawing/2014/main" id="{7E4BED21-10B0-4DAF-AD78-2D025A7230E6}"/>
              </a:ext>
            </a:extLst>
          </p:cNvPr>
          <p:cNvSpPr>
            <a:spLocks xmlns:a="http://schemas.openxmlformats.org/drawingml/2006/main" noGrp="1"/>
          </p:cNvSpPr>
          <p:nvPr/>
        </p:nvSpPr>
        <p:spPr>
          <a:xfrm xmlns:a="http://schemas.openxmlformats.org/drawingml/2006/main">
            <a:off x="4352925" y="281940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076F6B"/>
                </a:solidFill>
                <a:latin typeface="DejaVu Sans"/>
                <a:ea typeface="DejaVu Sans"/>
                <a:cs typeface="DejaVu Sans"/>
              </a:defRPr>
            </a:defPPr>
            <a:lvl1pPr>
              <a:defRPr sz="4800" b="1">
                <a:solidFill>
                  <a:srgbClr val="076F6B"/>
                </a:solidFill>
                <a:latin typeface="DejaVu Sans"/>
                <a:ea typeface="DejaVu Sans"/>
                <a:cs typeface="DejaVu Sans"/>
              </a:defRPr>
            </a:lvl1pPr>
            <a:lvl2pPr>
              <a:defRPr sz="4800" b="1">
                <a:solidFill>
                  <a:srgbClr val="076F6B"/>
                </a:solidFill>
                <a:latin typeface="DejaVu Sans"/>
                <a:ea typeface="DejaVu Sans"/>
                <a:cs typeface="DejaVu Sans"/>
              </a:defRPr>
            </a:lvl2pPr>
            <a:lvl3pPr>
              <a:defRPr sz="4800" b="1">
                <a:solidFill>
                  <a:srgbClr val="076F6B"/>
                </a:solidFill>
                <a:latin typeface="DejaVu Sans"/>
                <a:ea typeface="DejaVu Sans"/>
                <a:cs typeface="DejaVu Sans"/>
              </a:defRPr>
            </a:lvl3pPr>
            <a:lvl4pPr>
              <a:defRPr sz="4800" b="1">
                <a:solidFill>
                  <a:srgbClr val="076F6B"/>
                </a:solidFill>
                <a:latin typeface="DejaVu Sans"/>
                <a:ea typeface="DejaVu Sans"/>
                <a:cs typeface="DejaVu Sans"/>
              </a:defRPr>
            </a:lvl4pPr>
            <a:lvl5pPr>
              <a:defRPr sz="4800" b="1">
                <a:solidFill>
                  <a:srgbClr val="076F6B"/>
                </a:solidFill>
                <a:latin typeface="DejaVu Sans"/>
                <a:ea typeface="DejaVu Sans"/>
                <a:cs typeface="DejaVu Sans"/>
              </a:defRPr>
            </a:lvl5pPr>
            <a:lvl6pPr>
              <a:defRPr sz="4800" b="1">
                <a:solidFill>
                  <a:srgbClr val="076F6B"/>
                </a:solidFill>
                <a:latin typeface="DejaVu Sans"/>
                <a:ea typeface="DejaVu Sans"/>
                <a:cs typeface="DejaVu Sans"/>
              </a:defRPr>
            </a:lvl6pPr>
            <a:lvl7pPr>
              <a:defRPr sz="4800" b="1">
                <a:solidFill>
                  <a:srgbClr val="076F6B"/>
                </a:solidFill>
                <a:latin typeface="DejaVu Sans"/>
                <a:ea typeface="DejaVu Sans"/>
                <a:cs typeface="DejaVu Sans"/>
              </a:defRPr>
            </a:lvl7pPr>
            <a:lvl8pPr>
              <a:defRPr sz="4800" b="1">
                <a:solidFill>
                  <a:srgbClr val="076F6B"/>
                </a:solidFill>
                <a:latin typeface="DejaVu Sans"/>
                <a:ea typeface="DejaVu Sans"/>
                <a:cs typeface="DejaVu Sans"/>
              </a:defRPr>
            </a:lvl8pPr>
            <a:lvl9pPr>
              <a:defRPr sz="4800" b="1">
                <a:solidFill>
                  <a:srgbClr val="076F6B"/>
                </a:solidFill>
                <a:latin typeface="DejaVu Sans"/>
                <a:ea typeface="DejaVu Sans"/>
                <a:cs typeface="DejaVu Sans"/>
              </a:defRPr>
            </a:lvl9pPr>
          </a:lstStyle>
          <a:p xmlns:a="http://schemas.openxmlformats.org/drawingml/2006/main">
            <a:pPr>
              <a:defRPr sz="4800" b="1">
                <a:solidFill>
                  <a:srgbClr val="076F6B"/>
                </a:solidFill>
                <a:latin typeface="DejaVu Sans"/>
                <a:ea typeface="DejaVu Sans"/>
                <a:cs typeface="DejaVu Sans"/>
              </a:defRPr>
            </a:pPr>
            <a:r>
              <a:rPr sz="4800" b="1">
                <a:solidFill>
                  <a:srgbClr val="076F6B"/>
                </a:solidFill>
                <a:latin typeface="DejaVu Sans"/>
                <a:ea typeface="DejaVu Sans"/>
                <a:cs typeface="DejaVu Sans"/>
              </a:rPr>
              <a:t>Try</a:t>
            </a:r>
          </a:p>
        </p:txBody>
      </p:sp>
      <p:sp>
        <p:nvSpPr>
          <p:cNvPr id="8" name="step heading">
            <a:extLst xmlns:a="http://schemas.openxmlformats.org/drawingml/2006/main">
              <a:ext uri="{FF2B5EF4-FFF2-40B4-BE49-F238E27FC236}">
                <a16:creationId xmlns:a16="http://schemas.microsoft.com/office/drawing/2014/main" id="{DD8B04A0-CE59-44FC-9BB0-EED28B4711DA}"/>
              </a:ext>
            </a:extLst>
          </p:cNvPr>
          <p:cNvSpPr>
            <a:spLocks xmlns:a="http://schemas.openxmlformats.org/drawingml/2006/main" noGrp="1"/>
          </p:cNvSpPr>
          <p:nvPr/>
        </p:nvSpPr>
        <p:spPr>
          <a:xfrm xmlns:a="http://schemas.openxmlformats.org/drawingml/2006/main">
            <a:off x="4352925" y="37814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1">
                <a:solidFill>
                  <a:srgbClr val="122C35"/>
                </a:solidFill>
                <a:latin typeface="DejaVu Sans"/>
                <a:ea typeface="DejaVu Sans"/>
                <a:cs typeface="DejaVu Sans"/>
              </a:defRPr>
            </a:defPPr>
            <a:lvl1pPr>
              <a:defRPr sz="1500" b="1">
                <a:solidFill>
                  <a:srgbClr val="122C35"/>
                </a:solidFill>
                <a:latin typeface="DejaVu Sans"/>
                <a:ea typeface="DejaVu Sans"/>
                <a:cs typeface="DejaVu Sans"/>
              </a:defRPr>
            </a:lvl1pPr>
            <a:lvl2pPr>
              <a:defRPr sz="1500" b="1">
                <a:solidFill>
                  <a:srgbClr val="122C35"/>
                </a:solidFill>
                <a:latin typeface="DejaVu Sans"/>
                <a:ea typeface="DejaVu Sans"/>
                <a:cs typeface="DejaVu Sans"/>
              </a:defRPr>
            </a:lvl2pPr>
            <a:lvl3pPr>
              <a:defRPr sz="1500" b="1">
                <a:solidFill>
                  <a:srgbClr val="122C35"/>
                </a:solidFill>
                <a:latin typeface="DejaVu Sans"/>
                <a:ea typeface="DejaVu Sans"/>
                <a:cs typeface="DejaVu Sans"/>
              </a:defRPr>
            </a:lvl3pPr>
            <a:lvl4pPr>
              <a:defRPr sz="1500" b="1">
                <a:solidFill>
                  <a:srgbClr val="122C35"/>
                </a:solidFill>
                <a:latin typeface="DejaVu Sans"/>
                <a:ea typeface="DejaVu Sans"/>
                <a:cs typeface="DejaVu Sans"/>
              </a:defRPr>
            </a:lvl4pPr>
            <a:lvl5pPr>
              <a:defRPr sz="1500" b="1">
                <a:solidFill>
                  <a:srgbClr val="122C35"/>
                </a:solidFill>
                <a:latin typeface="DejaVu Sans"/>
                <a:ea typeface="DejaVu Sans"/>
                <a:cs typeface="DejaVu Sans"/>
              </a:defRPr>
            </a:lvl5pPr>
            <a:lvl6pPr>
              <a:defRPr sz="1500" b="1">
                <a:solidFill>
                  <a:srgbClr val="122C35"/>
                </a:solidFill>
                <a:latin typeface="DejaVu Sans"/>
                <a:ea typeface="DejaVu Sans"/>
                <a:cs typeface="DejaVu Sans"/>
              </a:defRPr>
            </a:lvl6pPr>
            <a:lvl7pPr>
              <a:defRPr sz="1500" b="1">
                <a:solidFill>
                  <a:srgbClr val="122C35"/>
                </a:solidFill>
                <a:latin typeface="DejaVu Sans"/>
                <a:ea typeface="DejaVu Sans"/>
                <a:cs typeface="DejaVu Sans"/>
              </a:defRPr>
            </a:lvl7pPr>
            <a:lvl8pPr>
              <a:defRPr sz="1500" b="1">
                <a:solidFill>
                  <a:srgbClr val="122C35"/>
                </a:solidFill>
                <a:latin typeface="DejaVu Sans"/>
                <a:ea typeface="DejaVu Sans"/>
                <a:cs typeface="DejaVu Sans"/>
              </a:defRPr>
            </a:lvl8pPr>
            <a:lvl9pPr>
              <a:defRPr sz="1500" b="1">
                <a:solidFill>
                  <a:srgbClr val="122C35"/>
                </a:solidFill>
                <a:latin typeface="DejaVu Sans"/>
                <a:ea typeface="DejaVu Sans"/>
                <a:cs typeface="DejaVu Sans"/>
              </a:defRPr>
            </a:lvl9pPr>
          </a:lstStyle>
          <a:p xmlns:a="http://schemas.openxmlformats.org/drawingml/2006/main">
            <a:pPr>
              <a:defRPr sz="1500" b="1">
                <a:solidFill>
                  <a:srgbClr val="122C35"/>
                </a:solidFill>
                <a:latin typeface="DejaVu Sans"/>
                <a:ea typeface="DejaVu Sans"/>
                <a:cs typeface="DejaVu Sans"/>
              </a:defRPr>
            </a:pPr>
            <a:r>
              <a:rPr sz="1500" b="1">
                <a:solidFill>
                  <a:srgbClr val="122C35"/>
                </a:solidFill>
                <a:latin typeface="DejaVu Sans"/>
                <a:ea typeface="DejaVu Sans"/>
                <a:cs typeface="DejaVu Sans"/>
              </a:rPr>
              <a:t>FIRST OVER</a:t>
            </a:r>
          </a:p>
        </p:txBody>
      </p:sp>
      <p:sp>
        <p:nvSpPr>
          <p:cNvPr id="9" name="step body">
            <a:extLst xmlns:a="http://schemas.openxmlformats.org/drawingml/2006/main">
              <a:ext uri="{FF2B5EF4-FFF2-40B4-BE49-F238E27FC236}">
                <a16:creationId xmlns:a16="http://schemas.microsoft.com/office/drawing/2014/main" id="{4E15EDF7-9FEC-4B46-9D36-6F372EA27B22}"/>
              </a:ext>
            </a:extLst>
          </p:cNvPr>
          <p:cNvSpPr>
            <a:spLocks xmlns:a="http://schemas.openxmlformats.org/drawingml/2006/main" noGrp="1"/>
          </p:cNvSpPr>
          <p:nvPr/>
        </p:nvSpPr>
        <p:spPr>
          <a:xfrm xmlns:a="http://schemas.openxmlformats.org/drawingml/2006/main">
            <a:off x="4352925" y="4286250"/>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The recipient understands the game before joining.</a:t>
            </a:r>
          </a:p>
        </p:txBody>
      </p:sp>
      <p:sp>
        <p:nvSpPr>
          <p:cNvPr id="10" name="step value">
            <a:extLst xmlns:a="http://schemas.openxmlformats.org/drawingml/2006/main">
              <a:ext uri="{FF2B5EF4-FFF2-40B4-BE49-F238E27FC236}">
                <a16:creationId xmlns:a16="http://schemas.microsoft.com/office/drawing/2014/main" id="{1B42B2E1-C1E7-405A-982D-1A7828ADAF07}"/>
              </a:ext>
            </a:extLst>
          </p:cNvPr>
          <p:cNvSpPr>
            <a:spLocks xmlns:a="http://schemas.openxmlformats.org/drawingml/2006/main" noGrp="1"/>
          </p:cNvSpPr>
          <p:nvPr/>
        </p:nvSpPr>
        <p:spPr>
          <a:xfrm xmlns:a="http://schemas.openxmlformats.org/drawingml/2006/main">
            <a:off x="8096250" y="281940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076F6B"/>
                </a:solidFill>
                <a:latin typeface="DejaVu Sans"/>
                <a:ea typeface="DejaVu Sans"/>
                <a:cs typeface="DejaVu Sans"/>
              </a:defRPr>
            </a:defPPr>
            <a:lvl1pPr>
              <a:defRPr sz="4800" b="1">
                <a:solidFill>
                  <a:srgbClr val="076F6B"/>
                </a:solidFill>
                <a:latin typeface="DejaVu Sans"/>
                <a:ea typeface="DejaVu Sans"/>
                <a:cs typeface="DejaVu Sans"/>
              </a:defRPr>
            </a:lvl1pPr>
            <a:lvl2pPr>
              <a:defRPr sz="4800" b="1">
                <a:solidFill>
                  <a:srgbClr val="076F6B"/>
                </a:solidFill>
                <a:latin typeface="DejaVu Sans"/>
                <a:ea typeface="DejaVu Sans"/>
                <a:cs typeface="DejaVu Sans"/>
              </a:defRPr>
            </a:lvl2pPr>
            <a:lvl3pPr>
              <a:defRPr sz="4800" b="1">
                <a:solidFill>
                  <a:srgbClr val="076F6B"/>
                </a:solidFill>
                <a:latin typeface="DejaVu Sans"/>
                <a:ea typeface="DejaVu Sans"/>
                <a:cs typeface="DejaVu Sans"/>
              </a:defRPr>
            </a:lvl3pPr>
            <a:lvl4pPr>
              <a:defRPr sz="4800" b="1">
                <a:solidFill>
                  <a:srgbClr val="076F6B"/>
                </a:solidFill>
                <a:latin typeface="DejaVu Sans"/>
                <a:ea typeface="DejaVu Sans"/>
                <a:cs typeface="DejaVu Sans"/>
              </a:defRPr>
            </a:lvl4pPr>
            <a:lvl5pPr>
              <a:defRPr sz="4800" b="1">
                <a:solidFill>
                  <a:srgbClr val="076F6B"/>
                </a:solidFill>
                <a:latin typeface="DejaVu Sans"/>
                <a:ea typeface="DejaVu Sans"/>
                <a:cs typeface="DejaVu Sans"/>
              </a:defRPr>
            </a:lvl5pPr>
            <a:lvl6pPr>
              <a:defRPr sz="4800" b="1">
                <a:solidFill>
                  <a:srgbClr val="076F6B"/>
                </a:solidFill>
                <a:latin typeface="DejaVu Sans"/>
                <a:ea typeface="DejaVu Sans"/>
                <a:cs typeface="DejaVu Sans"/>
              </a:defRPr>
            </a:lvl6pPr>
            <a:lvl7pPr>
              <a:defRPr sz="4800" b="1">
                <a:solidFill>
                  <a:srgbClr val="076F6B"/>
                </a:solidFill>
                <a:latin typeface="DejaVu Sans"/>
                <a:ea typeface="DejaVu Sans"/>
                <a:cs typeface="DejaVu Sans"/>
              </a:defRPr>
            </a:lvl7pPr>
            <a:lvl8pPr>
              <a:defRPr sz="4800" b="1">
                <a:solidFill>
                  <a:srgbClr val="076F6B"/>
                </a:solidFill>
                <a:latin typeface="DejaVu Sans"/>
                <a:ea typeface="DejaVu Sans"/>
                <a:cs typeface="DejaVu Sans"/>
              </a:defRPr>
            </a:lvl8pPr>
            <a:lvl9pPr>
              <a:defRPr sz="4800" b="1">
                <a:solidFill>
                  <a:srgbClr val="076F6B"/>
                </a:solidFill>
                <a:latin typeface="DejaVu Sans"/>
                <a:ea typeface="DejaVu Sans"/>
                <a:cs typeface="DejaVu Sans"/>
              </a:defRPr>
            </a:lvl9pPr>
          </a:lstStyle>
          <a:p xmlns:a="http://schemas.openxmlformats.org/drawingml/2006/main">
            <a:pPr>
              <a:defRPr sz="4800" b="1">
                <a:solidFill>
                  <a:srgbClr val="076F6B"/>
                </a:solidFill>
                <a:latin typeface="DejaVu Sans"/>
                <a:ea typeface="DejaVu Sans"/>
                <a:cs typeface="DejaVu Sans"/>
              </a:defRPr>
            </a:pPr>
            <a:r>
              <a:rPr sz="4800" b="1">
                <a:solidFill>
                  <a:srgbClr val="076F6B"/>
                </a:solidFill>
                <a:latin typeface="DejaVu Sans"/>
                <a:ea typeface="DejaVu Sans"/>
                <a:cs typeface="DejaVu Sans"/>
              </a:rPr>
              <a:t>Return</a:t>
            </a:r>
          </a:p>
        </p:txBody>
      </p:sp>
      <p:sp>
        <p:nvSpPr>
          <p:cNvPr id="11" name="step heading">
            <a:extLst xmlns:a="http://schemas.openxmlformats.org/drawingml/2006/main">
              <a:ext uri="{FF2B5EF4-FFF2-40B4-BE49-F238E27FC236}">
                <a16:creationId xmlns:a16="http://schemas.microsoft.com/office/drawing/2014/main" id="{F453E5C3-D680-47C2-BCF5-DD3831CFF5AB}"/>
              </a:ext>
            </a:extLst>
          </p:cNvPr>
          <p:cNvSpPr>
            <a:spLocks xmlns:a="http://schemas.openxmlformats.org/drawingml/2006/main" noGrp="1"/>
          </p:cNvSpPr>
          <p:nvPr/>
        </p:nvSpPr>
        <p:spPr>
          <a:xfrm xmlns:a="http://schemas.openxmlformats.org/drawingml/2006/main">
            <a:off x="8096250" y="37814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1">
                <a:solidFill>
                  <a:srgbClr val="122C35"/>
                </a:solidFill>
                <a:latin typeface="DejaVu Sans"/>
                <a:ea typeface="DejaVu Sans"/>
                <a:cs typeface="DejaVu Sans"/>
              </a:defRPr>
            </a:defPPr>
            <a:lvl1pPr>
              <a:defRPr sz="1500" b="1">
                <a:solidFill>
                  <a:srgbClr val="122C35"/>
                </a:solidFill>
                <a:latin typeface="DejaVu Sans"/>
                <a:ea typeface="DejaVu Sans"/>
                <a:cs typeface="DejaVu Sans"/>
              </a:defRPr>
            </a:lvl1pPr>
            <a:lvl2pPr>
              <a:defRPr sz="1500" b="1">
                <a:solidFill>
                  <a:srgbClr val="122C35"/>
                </a:solidFill>
                <a:latin typeface="DejaVu Sans"/>
                <a:ea typeface="DejaVu Sans"/>
                <a:cs typeface="DejaVu Sans"/>
              </a:defRPr>
            </a:lvl2pPr>
            <a:lvl3pPr>
              <a:defRPr sz="1500" b="1">
                <a:solidFill>
                  <a:srgbClr val="122C35"/>
                </a:solidFill>
                <a:latin typeface="DejaVu Sans"/>
                <a:ea typeface="DejaVu Sans"/>
                <a:cs typeface="DejaVu Sans"/>
              </a:defRPr>
            </a:lvl3pPr>
            <a:lvl4pPr>
              <a:defRPr sz="1500" b="1">
                <a:solidFill>
                  <a:srgbClr val="122C35"/>
                </a:solidFill>
                <a:latin typeface="DejaVu Sans"/>
                <a:ea typeface="DejaVu Sans"/>
                <a:cs typeface="DejaVu Sans"/>
              </a:defRPr>
            </a:lvl4pPr>
            <a:lvl5pPr>
              <a:defRPr sz="1500" b="1">
                <a:solidFill>
                  <a:srgbClr val="122C35"/>
                </a:solidFill>
                <a:latin typeface="DejaVu Sans"/>
                <a:ea typeface="DejaVu Sans"/>
                <a:cs typeface="DejaVu Sans"/>
              </a:defRPr>
            </a:lvl5pPr>
            <a:lvl6pPr>
              <a:defRPr sz="1500" b="1">
                <a:solidFill>
                  <a:srgbClr val="122C35"/>
                </a:solidFill>
                <a:latin typeface="DejaVu Sans"/>
                <a:ea typeface="DejaVu Sans"/>
                <a:cs typeface="DejaVu Sans"/>
              </a:defRPr>
            </a:lvl6pPr>
            <a:lvl7pPr>
              <a:defRPr sz="1500" b="1">
                <a:solidFill>
                  <a:srgbClr val="122C35"/>
                </a:solidFill>
                <a:latin typeface="DejaVu Sans"/>
                <a:ea typeface="DejaVu Sans"/>
                <a:cs typeface="DejaVu Sans"/>
              </a:defRPr>
            </a:lvl7pPr>
            <a:lvl8pPr>
              <a:defRPr sz="1500" b="1">
                <a:solidFill>
                  <a:srgbClr val="122C35"/>
                </a:solidFill>
                <a:latin typeface="DejaVu Sans"/>
                <a:ea typeface="DejaVu Sans"/>
                <a:cs typeface="DejaVu Sans"/>
              </a:defRPr>
            </a:lvl8pPr>
            <a:lvl9pPr>
              <a:defRPr sz="1500" b="1">
                <a:solidFill>
                  <a:srgbClr val="122C35"/>
                </a:solidFill>
                <a:latin typeface="DejaVu Sans"/>
                <a:ea typeface="DejaVu Sans"/>
                <a:cs typeface="DejaVu Sans"/>
              </a:defRPr>
            </a:lvl9pPr>
          </a:lstStyle>
          <a:p xmlns:a="http://schemas.openxmlformats.org/drawingml/2006/main">
            <a:pPr>
              <a:defRPr sz="1500" b="1">
                <a:solidFill>
                  <a:srgbClr val="122C35"/>
                </a:solidFill>
                <a:latin typeface="DejaVu Sans"/>
                <a:ea typeface="DejaVu Sans"/>
                <a:cs typeface="DejaVu Sans"/>
              </a:defRPr>
            </a:pPr>
            <a:r>
              <a:rPr sz="1500" b="1">
                <a:solidFill>
                  <a:srgbClr val="122C35"/>
                </a:solidFill>
                <a:latin typeface="DejaVu Sans"/>
                <a:ea typeface="DejaVu Sans"/>
                <a:cs typeface="DejaVu Sans"/>
              </a:rPr>
              <a:t>FRESH DRAFT</a:t>
            </a:r>
          </a:p>
        </p:txBody>
      </p:sp>
      <p:sp>
        <p:nvSpPr>
          <p:cNvPr id="12" name="step body">
            <a:extLst xmlns:a="http://schemas.openxmlformats.org/drawingml/2006/main">
              <a:ext uri="{FF2B5EF4-FFF2-40B4-BE49-F238E27FC236}">
                <a16:creationId xmlns:a16="http://schemas.microsoft.com/office/drawing/2014/main" id="{D94A86A7-DF01-4DC6-928C-23AE5205304B}"/>
              </a:ext>
            </a:extLst>
          </p:cNvPr>
          <p:cNvSpPr>
            <a:spLocks xmlns:a="http://schemas.openxmlformats.org/drawingml/2006/main" noGrp="1"/>
          </p:cNvSpPr>
          <p:nvPr/>
        </p:nvSpPr>
        <p:spPr>
          <a:xfrm xmlns:a="http://schemas.openxmlformats.org/drawingml/2006/main">
            <a:off x="8096250" y="4286250"/>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22C35"/>
                </a:solidFill>
                <a:latin typeface="DejaVu Sans"/>
                <a:ea typeface="DejaVu Sans"/>
                <a:cs typeface="DejaVu Sans"/>
              </a:defRPr>
            </a:defPPr>
            <a:lvl1pPr>
              <a:defRPr sz="1875" b="0">
                <a:solidFill>
                  <a:srgbClr val="122C35"/>
                </a:solidFill>
                <a:latin typeface="DejaVu Sans"/>
                <a:ea typeface="DejaVu Sans"/>
                <a:cs typeface="DejaVu Sans"/>
              </a:defRPr>
            </a:lvl1pPr>
            <a:lvl2pPr>
              <a:defRPr sz="1875" b="0">
                <a:solidFill>
                  <a:srgbClr val="122C35"/>
                </a:solidFill>
                <a:latin typeface="DejaVu Sans"/>
                <a:ea typeface="DejaVu Sans"/>
                <a:cs typeface="DejaVu Sans"/>
              </a:defRPr>
            </a:lvl2pPr>
            <a:lvl3pPr>
              <a:defRPr sz="1875" b="0">
                <a:solidFill>
                  <a:srgbClr val="122C35"/>
                </a:solidFill>
                <a:latin typeface="DejaVu Sans"/>
                <a:ea typeface="DejaVu Sans"/>
                <a:cs typeface="DejaVu Sans"/>
              </a:defRPr>
            </a:lvl3pPr>
            <a:lvl4pPr>
              <a:defRPr sz="1875" b="0">
                <a:solidFill>
                  <a:srgbClr val="122C35"/>
                </a:solidFill>
                <a:latin typeface="DejaVu Sans"/>
                <a:ea typeface="DejaVu Sans"/>
                <a:cs typeface="DejaVu Sans"/>
              </a:defRPr>
            </a:lvl4pPr>
            <a:lvl5pPr>
              <a:defRPr sz="1875" b="0">
                <a:solidFill>
                  <a:srgbClr val="122C35"/>
                </a:solidFill>
                <a:latin typeface="DejaVu Sans"/>
                <a:ea typeface="DejaVu Sans"/>
                <a:cs typeface="DejaVu Sans"/>
              </a:defRPr>
            </a:lvl5pPr>
            <a:lvl6pPr>
              <a:defRPr sz="1875" b="0">
                <a:solidFill>
                  <a:srgbClr val="122C35"/>
                </a:solidFill>
                <a:latin typeface="DejaVu Sans"/>
                <a:ea typeface="DejaVu Sans"/>
                <a:cs typeface="DejaVu Sans"/>
              </a:defRPr>
            </a:lvl6pPr>
            <a:lvl7pPr>
              <a:defRPr sz="1875" b="0">
                <a:solidFill>
                  <a:srgbClr val="122C35"/>
                </a:solidFill>
                <a:latin typeface="DejaVu Sans"/>
                <a:ea typeface="DejaVu Sans"/>
                <a:cs typeface="DejaVu Sans"/>
              </a:defRPr>
            </a:lvl7pPr>
            <a:lvl8pPr>
              <a:defRPr sz="1875" b="0">
                <a:solidFill>
                  <a:srgbClr val="122C35"/>
                </a:solidFill>
                <a:latin typeface="DejaVu Sans"/>
                <a:ea typeface="DejaVu Sans"/>
                <a:cs typeface="DejaVu Sans"/>
              </a:defRPr>
            </a:lvl8pPr>
            <a:lvl9pPr>
              <a:defRPr sz="1875" b="0">
                <a:solidFill>
                  <a:srgbClr val="122C35"/>
                </a:solidFill>
                <a:latin typeface="DejaVu Sans"/>
                <a:ea typeface="DejaVu Sans"/>
                <a:cs typeface="DejaVu Sans"/>
              </a:defRPr>
            </a:lvl9pPr>
          </a:lstStyle>
          <a:p xmlns:a="http://schemas.openxmlformats.org/drawingml/2006/main">
            <a:pPr>
              <a:defRPr sz="1875" b="0">
                <a:solidFill>
                  <a:srgbClr val="122C35"/>
                </a:solidFill>
                <a:latin typeface="DejaVu Sans"/>
                <a:ea typeface="DejaVu Sans"/>
                <a:cs typeface="DejaVu Sans"/>
              </a:defRPr>
            </a:pPr>
            <a:r>
              <a:rPr sz="1875" b="0">
                <a:solidFill>
                  <a:srgbClr val="122C35"/>
                </a:solidFill>
                <a:latin typeface="DejaVu Sans"/>
                <a:ea typeface="DejaVu Sans"/>
                <a:cs typeface="DejaVu Sans"/>
              </a:rPr>
              <a:t>The next match is a choice, with a clear deadline.</a:t>
            </a:r>
          </a:p>
        </p:txBody>
      </p:sp>
      <p:sp>
        <p:nvSpPr>
          <p:cNvPr id="13" name="scope">
            <a:extLst xmlns:a="http://schemas.openxmlformats.org/drawingml/2006/main">
              <a:ext uri="{FF2B5EF4-FFF2-40B4-BE49-F238E27FC236}">
                <a16:creationId xmlns:a16="http://schemas.microsoft.com/office/drawing/2014/main" id="{C7F639A7-A607-410C-BD34-3D1A92902AA4}"/>
              </a:ext>
            </a:extLst>
          </p:cNvPr>
          <p:cNvSpPr>
            <a:spLocks xmlns:a="http://schemas.openxmlformats.org/drawingml/2006/main" noGrp="1"/>
          </p:cNvSpPr>
          <p:nvPr/>
        </p:nvSpPr>
        <p:spPr>
          <a:xfrm xmlns:a="http://schemas.openxmlformats.org/drawingml/2006/main">
            <a:off x="609600" y="5724525"/>
            <a:ext cx="10858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42616A"/>
                </a:solidFill>
                <a:latin typeface="DejaVu Sans"/>
                <a:ea typeface="DejaVu Sans"/>
                <a:cs typeface="DejaVu Sans"/>
              </a:defRPr>
            </a:defPPr>
            <a:lvl1pPr>
              <a:defRPr sz="1500" b="0">
                <a:solidFill>
                  <a:srgbClr val="42616A"/>
                </a:solidFill>
                <a:latin typeface="DejaVu Sans"/>
                <a:ea typeface="DejaVu Sans"/>
                <a:cs typeface="DejaVu Sans"/>
              </a:defRPr>
            </a:lvl1pPr>
            <a:lvl2pPr>
              <a:defRPr sz="1500" b="0">
                <a:solidFill>
                  <a:srgbClr val="42616A"/>
                </a:solidFill>
                <a:latin typeface="DejaVu Sans"/>
                <a:ea typeface="DejaVu Sans"/>
                <a:cs typeface="DejaVu Sans"/>
              </a:defRPr>
            </a:lvl2pPr>
            <a:lvl3pPr>
              <a:defRPr sz="1500" b="0">
                <a:solidFill>
                  <a:srgbClr val="42616A"/>
                </a:solidFill>
                <a:latin typeface="DejaVu Sans"/>
                <a:ea typeface="DejaVu Sans"/>
                <a:cs typeface="DejaVu Sans"/>
              </a:defRPr>
            </a:lvl3pPr>
            <a:lvl4pPr>
              <a:defRPr sz="1500" b="0">
                <a:solidFill>
                  <a:srgbClr val="42616A"/>
                </a:solidFill>
                <a:latin typeface="DejaVu Sans"/>
                <a:ea typeface="DejaVu Sans"/>
                <a:cs typeface="DejaVu Sans"/>
              </a:defRPr>
            </a:lvl4pPr>
            <a:lvl5pPr>
              <a:defRPr sz="1500" b="0">
                <a:solidFill>
                  <a:srgbClr val="42616A"/>
                </a:solidFill>
                <a:latin typeface="DejaVu Sans"/>
                <a:ea typeface="DejaVu Sans"/>
                <a:cs typeface="DejaVu Sans"/>
              </a:defRPr>
            </a:lvl5pPr>
            <a:lvl6pPr>
              <a:defRPr sz="1500" b="0">
                <a:solidFill>
                  <a:srgbClr val="42616A"/>
                </a:solidFill>
                <a:latin typeface="DejaVu Sans"/>
                <a:ea typeface="DejaVu Sans"/>
                <a:cs typeface="DejaVu Sans"/>
              </a:defRPr>
            </a:lvl6pPr>
            <a:lvl7pPr>
              <a:defRPr sz="1500" b="0">
                <a:solidFill>
                  <a:srgbClr val="42616A"/>
                </a:solidFill>
                <a:latin typeface="DejaVu Sans"/>
                <a:ea typeface="DejaVu Sans"/>
                <a:cs typeface="DejaVu Sans"/>
              </a:defRPr>
            </a:lvl7pPr>
            <a:lvl8pPr>
              <a:defRPr sz="1500" b="0">
                <a:solidFill>
                  <a:srgbClr val="42616A"/>
                </a:solidFill>
                <a:latin typeface="DejaVu Sans"/>
                <a:ea typeface="DejaVu Sans"/>
                <a:cs typeface="DejaVu Sans"/>
              </a:defRPr>
            </a:lvl8pPr>
            <a:lvl9pPr>
              <a:defRPr sz="1500" b="0">
                <a:solidFill>
                  <a:srgbClr val="42616A"/>
                </a:solidFill>
                <a:latin typeface="DejaVu Sans"/>
                <a:ea typeface="DejaVu Sans"/>
                <a:cs typeface="DejaVu Sans"/>
              </a:defRPr>
            </a:lvl9pPr>
          </a:lstStyle>
          <a:p xmlns:a="http://schemas.openxmlformats.org/drawingml/2006/main">
            <a:pPr>
              <a:defRPr sz="1500" b="0">
                <a:solidFill>
                  <a:srgbClr val="42616A"/>
                </a:solidFill>
                <a:latin typeface="DejaVu Sans"/>
                <a:ea typeface="DejaVu Sans"/>
                <a:cs typeface="DejaVu Sans"/>
              </a:defRPr>
            </a:pPr>
            <a:r>
              <a:rPr sz="1500" b="0">
                <a:solidFill>
                  <a:srgbClr val="42616A"/>
                </a:solidFill>
                <a:latin typeface="DejaVu Sans"/>
                <a:ea typeface="DejaVu Sans"/>
                <a:cs typeface="DejaVu Sans"/>
              </a:rPr>
              <a:t>Share a cricket result with a club tag and the actual score.</a:t>
            </a:r>
          </a:p>
        </p:txBody>
      </p:sp>
      <p:sp>
        <p:nvSpPr>
          <p:cNvPr id="14" name="footer">
            <a:extLst xmlns:a="http://schemas.openxmlformats.org/drawingml/2006/main">
              <a:ext uri="{FF2B5EF4-FFF2-40B4-BE49-F238E27FC236}">
                <a16:creationId xmlns:a16="http://schemas.microsoft.com/office/drawing/2014/main" id="{58F0AB4A-2B6F-454C-B125-E51301E5B6C3}"/>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15" name="folio">
            <a:extLst xmlns:a="http://schemas.openxmlformats.org/drawingml/2006/main">
              <a:ext uri="{FF2B5EF4-FFF2-40B4-BE49-F238E27FC236}">
                <a16:creationId xmlns:a16="http://schemas.microsoft.com/office/drawing/2014/main" id="{68FAC614-8293-4BFC-9CB8-F6AEA1E3A3A6}"/>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11</a:t>
            </a:r>
          </a:p>
        </p:txBody>
      </p:sp>
    </p:spTree>
    <p:extLst>
      <p:ext uri="{BB962C8B-B14F-4D97-AF65-F5344CB8AC3E}">
        <p14:creationId xmlns:p14="http://schemas.microsoft.com/office/powerpoint/2010/main" val="823673493"/>
      </p:ext>
    </p:extLst>
  </p:cSld>
</p:sld>
</file>

<file path=ppt/slides/slide12.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39E860F5-7BFB-4FCE-A2DA-D50831FE9150}"/>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VALIDATION, NOT VANITY</a:t>
            </a:r>
          </a:p>
        </p:txBody>
      </p:sp>
      <p:sp>
        <p:nvSpPr>
          <p:cNvPr id="2" name="title">
            <a:extLst xmlns:a="http://schemas.openxmlformats.org/drawingml/2006/main">
              <a:ext uri="{FF2B5EF4-FFF2-40B4-BE49-F238E27FC236}">
                <a16:creationId xmlns:a16="http://schemas.microsoft.com/office/drawing/2014/main" id="{95E74CC2-ABF8-4DC3-ABB7-B9876BE21DDA}"/>
              </a:ext>
            </a:extLst>
          </p:cNvPr>
          <p:cNvSpPr>
            <a:spLocks xmlns:a="http://schemas.openxmlformats.org/drawingml/2006/main" noGrp="1"/>
          </p:cNvSpPr>
          <p:nvPr/>
        </p:nvSpPr>
        <p:spPr>
          <a:xfrm xmlns:a="http://schemas.openxmlformats.org/drawingml/2006/main">
            <a:off x="609600" y="1000125"/>
            <a:ext cx="10963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Prove the loop with real clubs.</a:t>
            </a:r>
          </a:p>
        </p:txBody>
      </p:sp>
      <p:sp>
        <p:nvSpPr>
          <p:cNvPr id="3" name="subtitle">
            <a:extLst xmlns:a="http://schemas.openxmlformats.org/drawingml/2006/main">
              <a:ext uri="{FF2B5EF4-FFF2-40B4-BE49-F238E27FC236}">
                <a16:creationId xmlns:a16="http://schemas.microsoft.com/office/drawing/2014/main" id="{2E27A378-50FE-45D2-AB6E-4FE4F8DB5825}"/>
              </a:ext>
            </a:extLst>
          </p:cNvPr>
          <p:cNvSpPr>
            <a:spLocks xmlns:a="http://schemas.openxmlformats.org/drawingml/2006/main" noGrp="1"/>
          </p:cNvSpPr>
          <p:nvPr/>
        </p:nvSpPr>
        <p:spPr>
          <a:xfrm xmlns:a="http://schemas.openxmlformats.org/drawingml/2006/main">
            <a:off x="609600" y="18383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2C35"/>
                </a:solidFill>
                <a:latin typeface="DejaVu Sans"/>
                <a:ea typeface="DejaVu Sans"/>
                <a:cs typeface="DejaVu Sans"/>
              </a:defRPr>
            </a:defPPr>
            <a:lvl1pPr>
              <a:defRPr sz="2025" b="0">
                <a:solidFill>
                  <a:srgbClr val="122C35"/>
                </a:solidFill>
                <a:latin typeface="DejaVu Sans"/>
                <a:ea typeface="DejaVu Sans"/>
                <a:cs typeface="DejaVu Sans"/>
              </a:defRPr>
            </a:lvl1pPr>
            <a:lvl2pPr>
              <a:defRPr sz="2025" b="0">
                <a:solidFill>
                  <a:srgbClr val="122C35"/>
                </a:solidFill>
                <a:latin typeface="DejaVu Sans"/>
                <a:ea typeface="DejaVu Sans"/>
                <a:cs typeface="DejaVu Sans"/>
              </a:defRPr>
            </a:lvl2pPr>
            <a:lvl3pPr>
              <a:defRPr sz="2025" b="0">
                <a:solidFill>
                  <a:srgbClr val="122C35"/>
                </a:solidFill>
                <a:latin typeface="DejaVu Sans"/>
                <a:ea typeface="DejaVu Sans"/>
                <a:cs typeface="DejaVu Sans"/>
              </a:defRPr>
            </a:lvl3pPr>
            <a:lvl4pPr>
              <a:defRPr sz="2025" b="0">
                <a:solidFill>
                  <a:srgbClr val="122C35"/>
                </a:solidFill>
                <a:latin typeface="DejaVu Sans"/>
                <a:ea typeface="DejaVu Sans"/>
                <a:cs typeface="DejaVu Sans"/>
              </a:defRPr>
            </a:lvl4pPr>
            <a:lvl5pPr>
              <a:defRPr sz="2025" b="0">
                <a:solidFill>
                  <a:srgbClr val="122C35"/>
                </a:solidFill>
                <a:latin typeface="DejaVu Sans"/>
                <a:ea typeface="DejaVu Sans"/>
                <a:cs typeface="DejaVu Sans"/>
              </a:defRPr>
            </a:lvl5pPr>
            <a:lvl6pPr>
              <a:defRPr sz="2025" b="0">
                <a:solidFill>
                  <a:srgbClr val="122C35"/>
                </a:solidFill>
                <a:latin typeface="DejaVu Sans"/>
                <a:ea typeface="DejaVu Sans"/>
                <a:cs typeface="DejaVu Sans"/>
              </a:defRPr>
            </a:lvl6pPr>
            <a:lvl7pPr>
              <a:defRPr sz="2025" b="0">
                <a:solidFill>
                  <a:srgbClr val="122C35"/>
                </a:solidFill>
                <a:latin typeface="DejaVu Sans"/>
                <a:ea typeface="DejaVu Sans"/>
                <a:cs typeface="DejaVu Sans"/>
              </a:defRPr>
            </a:lvl7pPr>
            <a:lvl8pPr>
              <a:defRPr sz="2025" b="0">
                <a:solidFill>
                  <a:srgbClr val="122C35"/>
                </a:solidFill>
                <a:latin typeface="DejaVu Sans"/>
                <a:ea typeface="DejaVu Sans"/>
                <a:cs typeface="DejaVu Sans"/>
              </a:defRPr>
            </a:lvl8pPr>
            <a:lvl9pPr>
              <a:defRPr sz="2025" b="0">
                <a:solidFill>
                  <a:srgbClr val="122C35"/>
                </a:solidFill>
                <a:latin typeface="DejaVu Sans"/>
                <a:ea typeface="DejaVu Sans"/>
                <a:cs typeface="DejaVu Sans"/>
              </a:defRPr>
            </a:lvl9pPr>
          </a:lstStyle>
          <a:p xmlns:a="http://schemas.openxmlformats.org/drawingml/2006/main">
            <a:pPr>
              <a:defRPr sz="2025" b="0">
                <a:solidFill>
                  <a:srgbClr val="122C35"/>
                </a:solidFill>
                <a:latin typeface="DejaVu Sans"/>
                <a:ea typeface="DejaVu Sans"/>
                <a:cs typeface="DejaVu Sans"/>
              </a:defRPr>
            </a:pPr>
            <a:r>
              <a:rPr sz="2025" b="0">
                <a:solidFill>
                  <a:srgbClr val="122C35"/>
                </a:solidFill>
                <a:latin typeface="DejaVu Sans"/>
                <a:ea typeface="DejaVu Sans"/>
                <a:cs typeface="DejaVu Sans"/>
              </a:rPr>
              <a:t>Measure whether the experience earns another visit.</a:t>
            </a:r>
          </a:p>
        </p:txBody>
      </p:sp>
      <p:graphicFrame>
        <p:nvGraphicFramePr>
          <p:cNvPr id="4" name="">
            <a:extLst xmlns:a="http://schemas.openxmlformats.org/drawingml/2006/main">
              <a:ext uri="{FF2B5EF4-FFF2-40B4-BE49-F238E27FC236}">
                <a16:creationId xmlns:a16="http://schemas.microsoft.com/office/drawing/2014/main" id="{78BED918-589A-42F1-8FEF-8CF1367A4EFA}"/>
              </a:ext>
            </a:extLst>
          </p:cNvPr>
          <p:cNvGraphicFramePr/>
          <p:nvPr/>
        </p:nvGraphicFramePr>
        <p:xfrm>
          <a:off xmlns:a="http://schemas.openxmlformats.org/drawingml/2006/main" x="609600" y="2457450"/>
          <a:ext xmlns:a="http://schemas.openxmlformats.org/drawingml/2006/main" cx="10972514" cy="2857500"/>
        </p:xfrm>
        <a:graphic xmlns:a="http://schemas.openxmlformats.org/drawingml/2006/main">
          <a:graphicData uri="http://schemas.openxmlformats.org/drawingml/2006/table">
            <a:tbl>
              <a:tblPr/>
              <a:tblGrid>
                <a:gridCol w="3657505"/>
                <a:gridCol w="3657505"/>
                <a:gridCol w="3657505"/>
              </a:tblGrid>
              <a:tr h="571500">
                <a:tc>
                  <a:txBody>
                    <a:bodyPr/>
                    <a:lstStyle/>
                    <a:p>
                      <a:r>
                        <a:rPr sz="1500" b="1">
                          <a:solidFill>
                            <a:srgbClr val="F7F1E6"/>
                          </a:solidFill>
                          <a:latin typeface="DejaVu Sans"/>
                          <a:ea typeface="DejaVu Sans"/>
                          <a:cs typeface="DejaVu Sans"/>
                        </a:rPr>
                        <a:t>Hypothesis</a:t>
                      </a:r>
                    </a:p>
                  </a:txBody>
                  <a:tcPr marL="91440" marR="91440" marT="45720" marB="45720">
                    <a:lnL w="9525">
                      <a:solidFill>
                        <a:srgbClr val="CCD1C8"/>
                      </a:solidFill>
                      <a:prstDash val="solid"/>
                    </a:lnL>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c>
                  <a:txBody>
                    <a:bodyPr/>
                    <a:lstStyle/>
                    <a:p>
                      <a:r>
                        <a:rPr sz="1500" b="1">
                          <a:solidFill>
                            <a:srgbClr val="F7F1E6"/>
                          </a:solidFill>
                          <a:latin typeface="DejaVu Sans"/>
                          <a:ea typeface="DejaVu Sans"/>
                          <a:cs typeface="DejaVu Sans"/>
                        </a:rPr>
                        <a:t>Evidence to collect</a:t>
                      </a:r>
                    </a:p>
                  </a:txBody>
                  <a:tcPr marL="91440" marR="91440" marT="45720" marB="45720">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c>
                  <a:txBody>
                    <a:bodyPr/>
                    <a:lstStyle/>
                    <a:p>
                      <a:r>
                        <a:rPr sz="1500" b="1">
                          <a:solidFill>
                            <a:srgbClr val="F7F1E6"/>
                          </a:solidFill>
                          <a:latin typeface="DejaVu Sans"/>
                          <a:ea typeface="DejaVu Sans"/>
                          <a:cs typeface="DejaVu Sans"/>
                        </a:rPr>
                        <a:t>Guardrail</a:t>
                      </a:r>
                    </a:p>
                  </a:txBody>
                  <a:tcPr marL="91440" marR="91440" marT="45720" marB="45720">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r>
              <a:tr h="571500">
                <a:tc>
                  <a:txBody>
                    <a:bodyPr/>
                    <a:lstStyle/>
                    <a:p>
                      <a:r>
                        <a:rPr sz="1725" b="0">
                          <a:solidFill>
                            <a:srgbClr val="122C35"/>
                          </a:solidFill>
                          <a:latin typeface="DejaVu Sans"/>
                          <a:ea typeface="DejaVu Sans"/>
                          <a:cs typeface="DejaVu Sans"/>
                        </a:rPr>
                        <a:t>First play feels clear</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First-over completion; task observation</a:t>
                      </a:r>
                    </a:p>
                  </a:txBody>
                  <a:tcPr marL="91440" marR="91440" marT="45720" marB="45720">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Errors, confusion, early exits</a:t>
                      </a:r>
                    </a:p>
                  </a:txBody>
                  <a:tcPr marL="91440" marR="91440" marT="45720" marB="45720">
                    <a:lnR w="9525">
                      <a:solidFill>
                        <a:srgbClr val="CCD1C8"/>
                      </a:solidFill>
                      <a:prstDash val="solid"/>
                    </a:lnR>
                    <a:lnB w="9525">
                      <a:solidFill>
                        <a:srgbClr val="CCD1C8"/>
                      </a:solidFill>
                      <a:prstDash val="solid"/>
                    </a:lnB>
                    <a:solidFill>
                      <a:srgbClr val="EEE8DC"/>
                    </a:solidFill>
                  </a:tcPr>
                </a:tc>
              </a:tr>
              <a:tr h="571500">
                <a:tc>
                  <a:txBody>
                    <a:bodyPr/>
                    <a:lstStyle/>
                    <a:p>
                      <a:r>
                        <a:rPr sz="1725" b="0">
                          <a:solidFill>
                            <a:srgbClr val="122C35"/>
                          </a:solidFill>
                          <a:latin typeface="DejaVu Sans"/>
                          <a:ea typeface="DejaVu Sans"/>
                          <a:cs typeface="DejaVu Sans"/>
                        </a:rPr>
                        <a:t>Club identity adds value</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Voluntary club join and second fixture</a:t>
                      </a:r>
                    </a:p>
                  </a:txBody>
                  <a:tcPr marL="91440" marR="91440" marT="45720" marB="45720">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Reserve exclusion; admin effort</a:t>
                      </a:r>
                    </a:p>
                  </a:txBody>
                  <a:tcPr marL="91440" marR="91440" marT="45720" marB="45720">
                    <a:lnR w="9525">
                      <a:solidFill>
                        <a:srgbClr val="CCD1C8"/>
                      </a:solidFill>
                      <a:prstDash val="solid"/>
                    </a:lnR>
                    <a:lnB w="9525">
                      <a:solidFill>
                        <a:srgbClr val="CCD1C8"/>
                      </a:solidFill>
                      <a:prstDash val="solid"/>
                    </a:lnB>
                    <a:solidFill>
                      <a:srgbClr val="F7F1E6"/>
                    </a:solidFill>
                  </a:tcPr>
                </a:tc>
              </a:tr>
              <a:tr h="571500">
                <a:tc>
                  <a:txBody>
                    <a:bodyPr/>
                    <a:lstStyle/>
                    <a:p>
                      <a:r>
                        <a:rPr sz="1725" b="0">
                          <a:solidFill>
                            <a:srgbClr val="122C35"/>
                          </a:solidFill>
                          <a:latin typeface="DejaVu Sans"/>
                          <a:ea typeface="DejaVu Sans"/>
                          <a:cs typeface="DejaVu Sans"/>
                        </a:rPr>
                        <a:t>Sharing invites useful play</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Shared result → first completed over</a:t>
                      </a:r>
                    </a:p>
                  </a:txBody>
                  <a:tcPr marL="91440" marR="91440" marT="45720" marB="45720">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Spam reports; privacy complaints</a:t>
                      </a:r>
                    </a:p>
                  </a:txBody>
                  <a:tcPr marL="91440" marR="91440" marT="45720" marB="45720">
                    <a:lnR w="9525">
                      <a:solidFill>
                        <a:srgbClr val="CCD1C8"/>
                      </a:solidFill>
                      <a:prstDash val="solid"/>
                    </a:lnR>
                    <a:lnB w="9525">
                      <a:solidFill>
                        <a:srgbClr val="CCD1C8"/>
                      </a:solidFill>
                      <a:prstDash val="solid"/>
                    </a:lnB>
                    <a:solidFill>
                      <a:srgbClr val="EEE8DC"/>
                    </a:solidFill>
                  </a:tcPr>
                </a:tc>
              </a:tr>
              <a:tr h="571500">
                <a:tc>
                  <a:txBody>
                    <a:bodyPr/>
                    <a:lstStyle/>
                    <a:p>
                      <a:r>
                        <a:rPr sz="1725" b="0">
                          <a:solidFill>
                            <a:srgbClr val="122C35"/>
                          </a:solidFill>
                          <a:latin typeface="DejaVu Sans"/>
                          <a:ea typeface="DejaVu Sans"/>
                          <a:cs typeface="DejaVu Sans"/>
                        </a:rPr>
                        <a:t>The clock supports return</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Opt-in rematch acceptance and completion</a:t>
                      </a:r>
                    </a:p>
                  </a:txBody>
                  <a:tcPr marL="91440" marR="91440" marT="45720" marB="45720">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Missed windows; reminder opt-outs</a:t>
                      </a:r>
                    </a:p>
                  </a:txBody>
                  <a:tcPr marL="91440" marR="91440" marT="45720" marB="45720">
                    <a:lnR w="9525">
                      <a:solidFill>
                        <a:srgbClr val="CCD1C8"/>
                      </a:solidFill>
                      <a:prstDash val="solid"/>
                    </a:lnR>
                    <a:lnB w="9525">
                      <a:solidFill>
                        <a:srgbClr val="CCD1C8"/>
                      </a:solidFill>
                      <a:prstDash val="solid"/>
                    </a:lnB>
                    <a:solidFill>
                      <a:srgbClr val="F7F1E6"/>
                    </a:solidFill>
                  </a:tcPr>
                </a:tc>
              </a:tr>
            </a:tbl>
          </a:graphicData>
        </a:graphic>
      </p:graphicFrame>
      <p:sp>
        <p:nvSpPr>
          <p:cNvPr id="5" name="scope">
            <a:extLst xmlns:a="http://schemas.openxmlformats.org/drawingml/2006/main">
              <a:ext uri="{FF2B5EF4-FFF2-40B4-BE49-F238E27FC236}">
                <a16:creationId xmlns:a16="http://schemas.microsoft.com/office/drawing/2014/main" id="{3612D7D5-D37E-4F9C-87E6-0F951E442C27}"/>
              </a:ext>
            </a:extLst>
          </p:cNvPr>
          <p:cNvSpPr>
            <a:spLocks xmlns:a="http://schemas.openxmlformats.org/drawingml/2006/main" noGrp="1"/>
          </p:cNvSpPr>
          <p:nvPr/>
        </p:nvSpPr>
        <p:spPr>
          <a:xfrm xmlns:a="http://schemas.openxmlformats.org/drawingml/2006/main">
            <a:off x="609600" y="6096000"/>
            <a:ext cx="10906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42616A"/>
                </a:solidFill>
                <a:latin typeface="DejaVu Sans"/>
                <a:ea typeface="DejaVu Sans"/>
                <a:cs typeface="DejaVu Sans"/>
              </a:defRPr>
            </a:defPPr>
            <a:lvl1pPr>
              <a:defRPr sz="1500" b="0">
                <a:solidFill>
                  <a:srgbClr val="42616A"/>
                </a:solidFill>
                <a:latin typeface="DejaVu Sans"/>
                <a:ea typeface="DejaVu Sans"/>
                <a:cs typeface="DejaVu Sans"/>
              </a:defRPr>
            </a:lvl1pPr>
            <a:lvl2pPr>
              <a:defRPr sz="1500" b="0">
                <a:solidFill>
                  <a:srgbClr val="42616A"/>
                </a:solidFill>
                <a:latin typeface="DejaVu Sans"/>
                <a:ea typeface="DejaVu Sans"/>
                <a:cs typeface="DejaVu Sans"/>
              </a:defRPr>
            </a:lvl2pPr>
            <a:lvl3pPr>
              <a:defRPr sz="1500" b="0">
                <a:solidFill>
                  <a:srgbClr val="42616A"/>
                </a:solidFill>
                <a:latin typeface="DejaVu Sans"/>
                <a:ea typeface="DejaVu Sans"/>
                <a:cs typeface="DejaVu Sans"/>
              </a:defRPr>
            </a:lvl3pPr>
            <a:lvl4pPr>
              <a:defRPr sz="1500" b="0">
                <a:solidFill>
                  <a:srgbClr val="42616A"/>
                </a:solidFill>
                <a:latin typeface="DejaVu Sans"/>
                <a:ea typeface="DejaVu Sans"/>
                <a:cs typeface="DejaVu Sans"/>
              </a:defRPr>
            </a:lvl4pPr>
            <a:lvl5pPr>
              <a:defRPr sz="1500" b="0">
                <a:solidFill>
                  <a:srgbClr val="42616A"/>
                </a:solidFill>
                <a:latin typeface="DejaVu Sans"/>
                <a:ea typeface="DejaVu Sans"/>
                <a:cs typeface="DejaVu Sans"/>
              </a:defRPr>
            </a:lvl5pPr>
            <a:lvl6pPr>
              <a:defRPr sz="1500" b="0">
                <a:solidFill>
                  <a:srgbClr val="42616A"/>
                </a:solidFill>
                <a:latin typeface="DejaVu Sans"/>
                <a:ea typeface="DejaVu Sans"/>
                <a:cs typeface="DejaVu Sans"/>
              </a:defRPr>
            </a:lvl6pPr>
            <a:lvl7pPr>
              <a:defRPr sz="1500" b="0">
                <a:solidFill>
                  <a:srgbClr val="42616A"/>
                </a:solidFill>
                <a:latin typeface="DejaVu Sans"/>
                <a:ea typeface="DejaVu Sans"/>
                <a:cs typeface="DejaVu Sans"/>
              </a:defRPr>
            </a:lvl7pPr>
            <a:lvl8pPr>
              <a:defRPr sz="1500" b="0">
                <a:solidFill>
                  <a:srgbClr val="42616A"/>
                </a:solidFill>
                <a:latin typeface="DejaVu Sans"/>
                <a:ea typeface="DejaVu Sans"/>
                <a:cs typeface="DejaVu Sans"/>
              </a:defRPr>
            </a:lvl8pPr>
            <a:lvl9pPr>
              <a:defRPr sz="1500" b="0">
                <a:solidFill>
                  <a:srgbClr val="42616A"/>
                </a:solidFill>
                <a:latin typeface="DejaVu Sans"/>
                <a:ea typeface="DejaVu Sans"/>
                <a:cs typeface="DejaVu Sans"/>
              </a:defRPr>
            </a:lvl9pPr>
          </a:lstStyle>
          <a:p xmlns:a="http://schemas.openxmlformats.org/drawingml/2006/main">
            <a:pPr>
              <a:defRPr sz="1500" b="0">
                <a:solidFill>
                  <a:srgbClr val="42616A"/>
                </a:solidFill>
                <a:latin typeface="DejaVu Sans"/>
                <a:ea typeface="DejaVu Sans"/>
                <a:cs typeface="DejaVu Sans"/>
              </a:defRPr>
            </a:pPr>
            <a:r>
              <a:rPr sz="1500" b="0">
                <a:solidFill>
                  <a:srgbClr val="42616A"/>
                </a:solidFill>
                <a:latin typeface="DejaVu Sans"/>
                <a:ea typeface="DejaVu Sans"/>
                <a:cs typeface="DejaVu Sans"/>
              </a:rPr>
              <a:t>Use cohort denominators. Claim improvement only after a fair comparison.</a:t>
            </a:r>
          </a:p>
        </p:txBody>
      </p:sp>
      <p:sp>
        <p:nvSpPr>
          <p:cNvPr id="6" name="footer">
            <a:extLst xmlns:a="http://schemas.openxmlformats.org/drawingml/2006/main">
              <a:ext uri="{FF2B5EF4-FFF2-40B4-BE49-F238E27FC236}">
                <a16:creationId xmlns:a16="http://schemas.microsoft.com/office/drawing/2014/main" id="{2BC6DA66-36AD-4B52-A065-80E4594B1D71}"/>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7" name="folio">
            <a:extLst xmlns:a="http://schemas.openxmlformats.org/drawingml/2006/main">
              <a:ext uri="{FF2B5EF4-FFF2-40B4-BE49-F238E27FC236}">
                <a16:creationId xmlns:a16="http://schemas.microsoft.com/office/drawing/2014/main" id="{E6F7FB3F-C245-4F0C-A9CD-F22D35F3E027}"/>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12</a:t>
            </a:r>
          </a:p>
        </p:txBody>
      </p:sp>
    </p:spTree>
    <p:extLst>
      <p:ext uri="{BB962C8B-B14F-4D97-AF65-F5344CB8AC3E}">
        <p14:creationId xmlns:p14="http://schemas.microsoft.com/office/powerpoint/2010/main" val="1943891366"/>
      </p:ext>
    </p:extLst>
  </p:cSld>
</p:sld>
</file>

<file path=ppt/slides/slide13.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A48654C9-16C5-4B6A-A31A-76C1DE0C2706}"/>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076F6B"/>
                </a:solidFill>
                <a:latin typeface="DejaVu Sans"/>
                <a:ea typeface="DejaVu Sans"/>
                <a:cs typeface="DejaVu Sans"/>
              </a:defRPr>
            </a:defPPr>
            <a:lvl1pPr>
              <a:defRPr sz="1275" b="1">
                <a:solidFill>
                  <a:srgbClr val="076F6B"/>
                </a:solidFill>
                <a:latin typeface="DejaVu Sans"/>
                <a:ea typeface="DejaVu Sans"/>
                <a:cs typeface="DejaVu Sans"/>
              </a:defRPr>
            </a:lvl1pPr>
            <a:lvl2pPr>
              <a:defRPr sz="1275" b="1">
                <a:solidFill>
                  <a:srgbClr val="076F6B"/>
                </a:solidFill>
                <a:latin typeface="DejaVu Sans"/>
                <a:ea typeface="DejaVu Sans"/>
                <a:cs typeface="DejaVu Sans"/>
              </a:defRPr>
            </a:lvl2pPr>
            <a:lvl3pPr>
              <a:defRPr sz="1275" b="1">
                <a:solidFill>
                  <a:srgbClr val="076F6B"/>
                </a:solidFill>
                <a:latin typeface="DejaVu Sans"/>
                <a:ea typeface="DejaVu Sans"/>
                <a:cs typeface="DejaVu Sans"/>
              </a:defRPr>
            </a:lvl3pPr>
            <a:lvl4pPr>
              <a:defRPr sz="1275" b="1">
                <a:solidFill>
                  <a:srgbClr val="076F6B"/>
                </a:solidFill>
                <a:latin typeface="DejaVu Sans"/>
                <a:ea typeface="DejaVu Sans"/>
                <a:cs typeface="DejaVu Sans"/>
              </a:defRPr>
            </a:lvl4pPr>
            <a:lvl5pPr>
              <a:defRPr sz="1275" b="1">
                <a:solidFill>
                  <a:srgbClr val="076F6B"/>
                </a:solidFill>
                <a:latin typeface="DejaVu Sans"/>
                <a:ea typeface="DejaVu Sans"/>
                <a:cs typeface="DejaVu Sans"/>
              </a:defRPr>
            </a:lvl5pPr>
            <a:lvl6pPr>
              <a:defRPr sz="1275" b="1">
                <a:solidFill>
                  <a:srgbClr val="076F6B"/>
                </a:solidFill>
                <a:latin typeface="DejaVu Sans"/>
                <a:ea typeface="DejaVu Sans"/>
                <a:cs typeface="DejaVu Sans"/>
              </a:defRPr>
            </a:lvl6pPr>
            <a:lvl7pPr>
              <a:defRPr sz="1275" b="1">
                <a:solidFill>
                  <a:srgbClr val="076F6B"/>
                </a:solidFill>
                <a:latin typeface="DejaVu Sans"/>
                <a:ea typeface="DejaVu Sans"/>
                <a:cs typeface="DejaVu Sans"/>
              </a:defRPr>
            </a:lvl7pPr>
            <a:lvl8pPr>
              <a:defRPr sz="1275" b="1">
                <a:solidFill>
                  <a:srgbClr val="076F6B"/>
                </a:solidFill>
                <a:latin typeface="DejaVu Sans"/>
                <a:ea typeface="DejaVu Sans"/>
                <a:cs typeface="DejaVu Sans"/>
              </a:defRPr>
            </a:lvl8pPr>
            <a:lvl9pPr>
              <a:defRPr sz="1275" b="1">
                <a:solidFill>
                  <a:srgbClr val="076F6B"/>
                </a:solidFill>
                <a:latin typeface="DejaVu Sans"/>
                <a:ea typeface="DejaVu Sans"/>
                <a:cs typeface="DejaVu Sans"/>
              </a:defRPr>
            </a:lvl9pPr>
          </a:lstStyle>
          <a:p xmlns:a="http://schemas.openxmlformats.org/drawingml/2006/main">
            <a:pPr>
              <a:defRPr sz="1275" b="1">
                <a:solidFill>
                  <a:srgbClr val="076F6B"/>
                </a:solidFill>
                <a:latin typeface="DejaVu Sans"/>
                <a:ea typeface="DejaVu Sans"/>
                <a:cs typeface="DejaVu Sans"/>
              </a:defRPr>
            </a:pPr>
            <a:r>
              <a:rPr sz="1275" b="1">
                <a:solidFill>
                  <a:srgbClr val="076F6B"/>
                </a:solidFill>
                <a:latin typeface="DejaVu Sans"/>
                <a:ea typeface="DejaVu Sans"/>
                <a:cs typeface="DejaVu Sans"/>
              </a:rPr>
              <a:t>ROADMAP</a:t>
            </a:r>
          </a:p>
        </p:txBody>
      </p:sp>
      <p:sp>
        <p:nvSpPr>
          <p:cNvPr id="2" name="title">
            <a:extLst xmlns:a="http://schemas.openxmlformats.org/drawingml/2006/main">
              <a:ext uri="{FF2B5EF4-FFF2-40B4-BE49-F238E27FC236}">
                <a16:creationId xmlns:a16="http://schemas.microsoft.com/office/drawing/2014/main" id="{BA0218BC-0915-4BD2-AA9F-6CFECECD7F07}"/>
              </a:ext>
            </a:extLst>
          </p:cNvPr>
          <p:cNvSpPr>
            <a:spLocks xmlns:a="http://schemas.openxmlformats.org/drawingml/2006/main" noGrp="1"/>
          </p:cNvSpPr>
          <p:nvPr/>
        </p:nvSpPr>
        <p:spPr>
          <a:xfrm xmlns:a="http://schemas.openxmlformats.org/drawingml/2006/main">
            <a:off x="609600" y="1000125"/>
            <a:ext cx="10963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2C35"/>
                </a:solidFill>
                <a:latin typeface="DejaVu Sans"/>
                <a:ea typeface="DejaVu Sans"/>
                <a:cs typeface="DejaVu Sans"/>
              </a:defRPr>
            </a:defPPr>
            <a:lvl1pPr>
              <a:defRPr sz="3600" b="1">
                <a:solidFill>
                  <a:srgbClr val="122C35"/>
                </a:solidFill>
                <a:latin typeface="DejaVu Sans"/>
                <a:ea typeface="DejaVu Sans"/>
                <a:cs typeface="DejaVu Sans"/>
              </a:defRPr>
            </a:lvl1pPr>
            <a:lvl2pPr>
              <a:defRPr sz="3600" b="1">
                <a:solidFill>
                  <a:srgbClr val="122C35"/>
                </a:solidFill>
                <a:latin typeface="DejaVu Sans"/>
                <a:ea typeface="DejaVu Sans"/>
                <a:cs typeface="DejaVu Sans"/>
              </a:defRPr>
            </a:lvl2pPr>
            <a:lvl3pPr>
              <a:defRPr sz="3600" b="1">
                <a:solidFill>
                  <a:srgbClr val="122C35"/>
                </a:solidFill>
                <a:latin typeface="DejaVu Sans"/>
                <a:ea typeface="DejaVu Sans"/>
                <a:cs typeface="DejaVu Sans"/>
              </a:defRPr>
            </a:lvl3pPr>
            <a:lvl4pPr>
              <a:defRPr sz="3600" b="1">
                <a:solidFill>
                  <a:srgbClr val="122C35"/>
                </a:solidFill>
                <a:latin typeface="DejaVu Sans"/>
                <a:ea typeface="DejaVu Sans"/>
                <a:cs typeface="DejaVu Sans"/>
              </a:defRPr>
            </a:lvl4pPr>
            <a:lvl5pPr>
              <a:defRPr sz="3600" b="1">
                <a:solidFill>
                  <a:srgbClr val="122C35"/>
                </a:solidFill>
                <a:latin typeface="DejaVu Sans"/>
                <a:ea typeface="DejaVu Sans"/>
                <a:cs typeface="DejaVu Sans"/>
              </a:defRPr>
            </a:lvl5pPr>
            <a:lvl6pPr>
              <a:defRPr sz="3600" b="1">
                <a:solidFill>
                  <a:srgbClr val="122C35"/>
                </a:solidFill>
                <a:latin typeface="DejaVu Sans"/>
                <a:ea typeface="DejaVu Sans"/>
                <a:cs typeface="DejaVu Sans"/>
              </a:defRPr>
            </a:lvl6pPr>
            <a:lvl7pPr>
              <a:defRPr sz="3600" b="1">
                <a:solidFill>
                  <a:srgbClr val="122C35"/>
                </a:solidFill>
                <a:latin typeface="DejaVu Sans"/>
                <a:ea typeface="DejaVu Sans"/>
                <a:cs typeface="DejaVu Sans"/>
              </a:defRPr>
            </a:lvl7pPr>
            <a:lvl8pPr>
              <a:defRPr sz="3600" b="1">
                <a:solidFill>
                  <a:srgbClr val="122C35"/>
                </a:solidFill>
                <a:latin typeface="DejaVu Sans"/>
                <a:ea typeface="DejaVu Sans"/>
                <a:cs typeface="DejaVu Sans"/>
              </a:defRPr>
            </a:lvl8pPr>
            <a:lvl9pPr>
              <a:defRPr sz="3600" b="1">
                <a:solidFill>
                  <a:srgbClr val="122C35"/>
                </a:solidFill>
                <a:latin typeface="DejaVu Sans"/>
                <a:ea typeface="DejaVu Sans"/>
                <a:cs typeface="DejaVu Sans"/>
              </a:defRPr>
            </a:lvl9pPr>
          </a:lstStyle>
          <a:p xmlns:a="http://schemas.openxmlformats.org/drawingml/2006/main">
            <a:pPr>
              <a:defRPr sz="3600" b="1">
                <a:solidFill>
                  <a:srgbClr val="122C35"/>
                </a:solidFill>
                <a:latin typeface="DejaVu Sans"/>
                <a:ea typeface="DejaVu Sans"/>
                <a:cs typeface="DejaVu Sans"/>
              </a:defRPr>
            </a:pPr>
            <a:r>
              <a:rPr sz="3600" b="1">
                <a:solidFill>
                  <a:srgbClr val="122C35"/>
                </a:solidFill>
                <a:latin typeface="DejaVu Sans"/>
                <a:ea typeface="DejaVu Sans"/>
                <a:cs typeface="DejaVu Sans"/>
              </a:rPr>
              <a:t>Release the core. Earn the season layer.</a:t>
            </a:r>
          </a:p>
        </p:txBody>
      </p:sp>
      <p:sp>
        <p:nvSpPr>
          <p:cNvPr id="3" name="subtitle">
            <a:extLst xmlns:a="http://schemas.openxmlformats.org/drawingml/2006/main">
              <a:ext uri="{FF2B5EF4-FFF2-40B4-BE49-F238E27FC236}">
                <a16:creationId xmlns:a16="http://schemas.microsoft.com/office/drawing/2014/main" id="{DCEA3D5C-4FDF-4950-8EA4-DFCDA84CFD3C}"/>
              </a:ext>
            </a:extLst>
          </p:cNvPr>
          <p:cNvSpPr>
            <a:spLocks xmlns:a="http://schemas.openxmlformats.org/drawingml/2006/main" noGrp="1"/>
          </p:cNvSpPr>
          <p:nvPr/>
        </p:nvSpPr>
        <p:spPr>
          <a:xfrm xmlns:a="http://schemas.openxmlformats.org/drawingml/2006/main">
            <a:off x="609600" y="18383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2C35"/>
                </a:solidFill>
                <a:latin typeface="DejaVu Sans"/>
                <a:ea typeface="DejaVu Sans"/>
                <a:cs typeface="DejaVu Sans"/>
              </a:defRPr>
            </a:defPPr>
            <a:lvl1pPr>
              <a:defRPr sz="2025" b="0">
                <a:solidFill>
                  <a:srgbClr val="122C35"/>
                </a:solidFill>
                <a:latin typeface="DejaVu Sans"/>
                <a:ea typeface="DejaVu Sans"/>
                <a:cs typeface="DejaVu Sans"/>
              </a:defRPr>
            </a:lvl1pPr>
            <a:lvl2pPr>
              <a:defRPr sz="2025" b="0">
                <a:solidFill>
                  <a:srgbClr val="122C35"/>
                </a:solidFill>
                <a:latin typeface="DejaVu Sans"/>
                <a:ea typeface="DejaVu Sans"/>
                <a:cs typeface="DejaVu Sans"/>
              </a:defRPr>
            </a:lvl2pPr>
            <a:lvl3pPr>
              <a:defRPr sz="2025" b="0">
                <a:solidFill>
                  <a:srgbClr val="122C35"/>
                </a:solidFill>
                <a:latin typeface="DejaVu Sans"/>
                <a:ea typeface="DejaVu Sans"/>
                <a:cs typeface="DejaVu Sans"/>
              </a:defRPr>
            </a:lvl3pPr>
            <a:lvl4pPr>
              <a:defRPr sz="2025" b="0">
                <a:solidFill>
                  <a:srgbClr val="122C35"/>
                </a:solidFill>
                <a:latin typeface="DejaVu Sans"/>
                <a:ea typeface="DejaVu Sans"/>
                <a:cs typeface="DejaVu Sans"/>
              </a:defRPr>
            </a:lvl4pPr>
            <a:lvl5pPr>
              <a:defRPr sz="2025" b="0">
                <a:solidFill>
                  <a:srgbClr val="122C35"/>
                </a:solidFill>
                <a:latin typeface="DejaVu Sans"/>
                <a:ea typeface="DejaVu Sans"/>
                <a:cs typeface="DejaVu Sans"/>
              </a:defRPr>
            </a:lvl5pPr>
            <a:lvl6pPr>
              <a:defRPr sz="2025" b="0">
                <a:solidFill>
                  <a:srgbClr val="122C35"/>
                </a:solidFill>
                <a:latin typeface="DejaVu Sans"/>
                <a:ea typeface="DejaVu Sans"/>
                <a:cs typeface="DejaVu Sans"/>
              </a:defRPr>
            </a:lvl6pPr>
            <a:lvl7pPr>
              <a:defRPr sz="2025" b="0">
                <a:solidFill>
                  <a:srgbClr val="122C35"/>
                </a:solidFill>
                <a:latin typeface="DejaVu Sans"/>
                <a:ea typeface="DejaVu Sans"/>
                <a:cs typeface="DejaVu Sans"/>
              </a:defRPr>
            </a:lvl7pPr>
            <a:lvl8pPr>
              <a:defRPr sz="2025" b="0">
                <a:solidFill>
                  <a:srgbClr val="122C35"/>
                </a:solidFill>
                <a:latin typeface="DejaVu Sans"/>
                <a:ea typeface="DejaVu Sans"/>
                <a:cs typeface="DejaVu Sans"/>
              </a:defRPr>
            </a:lvl8pPr>
            <a:lvl9pPr>
              <a:defRPr sz="2025" b="0">
                <a:solidFill>
                  <a:srgbClr val="122C35"/>
                </a:solidFill>
                <a:latin typeface="DejaVu Sans"/>
                <a:ea typeface="DejaVu Sans"/>
                <a:cs typeface="DejaVu Sans"/>
              </a:defRPr>
            </a:lvl9pPr>
          </a:lstStyle>
          <a:p xmlns:a="http://schemas.openxmlformats.org/drawingml/2006/main">
            <a:pPr>
              <a:defRPr sz="2025" b="0">
                <a:solidFill>
                  <a:srgbClr val="122C35"/>
                </a:solidFill>
                <a:latin typeface="DejaVu Sans"/>
                <a:ea typeface="DejaVu Sans"/>
                <a:cs typeface="DejaVu Sans"/>
              </a:defRPr>
            </a:pPr>
            <a:r>
              <a:rPr sz="2025" b="0">
                <a:solidFill>
                  <a:srgbClr val="122C35"/>
                </a:solidFill>
                <a:latin typeface="DejaVu Sans"/>
                <a:ea typeface="DejaVu Sans"/>
                <a:cs typeface="DejaVu Sans"/>
              </a:rPr>
              <a:t>Keep the next investment tied to observed player needs.</a:t>
            </a:r>
          </a:p>
        </p:txBody>
      </p:sp>
      <p:graphicFrame>
        <p:nvGraphicFramePr>
          <p:cNvPr id="4" name="">
            <a:extLst xmlns:a="http://schemas.openxmlformats.org/drawingml/2006/main">
              <a:ext uri="{FF2B5EF4-FFF2-40B4-BE49-F238E27FC236}">
                <a16:creationId xmlns:a16="http://schemas.microsoft.com/office/drawing/2014/main" id="{2D46D45A-6A1A-43D2-9694-7C7613A1FD3E}"/>
              </a:ext>
            </a:extLst>
          </p:cNvPr>
          <p:cNvGraphicFramePr/>
          <p:nvPr/>
        </p:nvGraphicFramePr>
        <p:xfrm>
          <a:off xmlns:a="http://schemas.openxmlformats.org/drawingml/2006/main" x="609600" y="2457450"/>
          <a:ext xmlns:a="http://schemas.openxmlformats.org/drawingml/2006/main" cx="10972514" cy="2857500"/>
        </p:xfrm>
        <a:graphic xmlns:a="http://schemas.openxmlformats.org/drawingml/2006/main">
          <a:graphicData uri="http://schemas.openxmlformats.org/drawingml/2006/table">
            <a:tbl>
              <a:tblPr/>
              <a:tblGrid>
                <a:gridCol w="1905000"/>
                <a:gridCol w="4953000"/>
                <a:gridCol w="4114514"/>
              </a:tblGrid>
              <a:tr h="571500">
                <a:tc>
                  <a:txBody>
                    <a:bodyPr/>
                    <a:lstStyle/>
                    <a:p>
                      <a:r>
                        <a:rPr sz="1500" b="1">
                          <a:solidFill>
                            <a:srgbClr val="F7F1E6"/>
                          </a:solidFill>
                          <a:latin typeface="DejaVu Sans"/>
                          <a:ea typeface="DejaVu Sans"/>
                          <a:cs typeface="DejaVu Sans"/>
                        </a:rPr>
                        <a:t>Stage</a:t>
                      </a:r>
                    </a:p>
                  </a:txBody>
                  <a:tcPr marL="91440" marR="91440" marT="45720" marB="45720">
                    <a:lnL w="9525">
                      <a:solidFill>
                        <a:srgbClr val="CCD1C8"/>
                      </a:solidFill>
                      <a:prstDash val="solid"/>
                    </a:lnL>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c>
                  <a:txBody>
                    <a:bodyPr/>
                    <a:lstStyle/>
                    <a:p>
                      <a:r>
                        <a:rPr sz="1500" b="1">
                          <a:solidFill>
                            <a:srgbClr val="F7F1E6"/>
                          </a:solidFill>
                          <a:latin typeface="DejaVu Sans"/>
                          <a:ea typeface="DejaVu Sans"/>
                          <a:cs typeface="DejaVu Sans"/>
                        </a:rPr>
                        <a:t>Scope</a:t>
                      </a:r>
                    </a:p>
                  </a:txBody>
                  <a:tcPr marL="91440" marR="91440" marT="45720" marB="45720">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c>
                  <a:txBody>
                    <a:bodyPr/>
                    <a:lstStyle/>
                    <a:p>
                      <a:r>
                        <a:rPr sz="1500" b="1">
                          <a:solidFill>
                            <a:srgbClr val="F7F1E6"/>
                          </a:solidFill>
                          <a:latin typeface="DejaVu Sans"/>
                          <a:ea typeface="DejaVu Sans"/>
                          <a:cs typeface="DejaVu Sans"/>
                        </a:rPr>
                        <a:t>Exit evidence</a:t>
                      </a:r>
                    </a:p>
                  </a:txBody>
                  <a:tcPr marL="91440" marR="91440" marT="45720" marB="45720">
                    <a:lnR w="9525">
                      <a:solidFill>
                        <a:srgbClr val="CCD1C8"/>
                      </a:solidFill>
                      <a:prstDash val="solid"/>
                    </a:lnR>
                    <a:lnT w="9525">
                      <a:solidFill>
                        <a:srgbClr val="CCD1C8"/>
                      </a:solidFill>
                      <a:prstDash val="solid"/>
                    </a:lnT>
                    <a:lnB w="9525">
                      <a:solidFill>
                        <a:srgbClr val="CCD1C8"/>
                      </a:solidFill>
                      <a:prstDash val="solid"/>
                    </a:lnB>
                    <a:solidFill>
                      <a:srgbClr val="122C35"/>
                    </a:solidFill>
                  </a:tcPr>
                </a:tc>
              </a:tr>
              <a:tr h="571500">
                <a:tc>
                  <a:txBody>
                    <a:bodyPr/>
                    <a:lstStyle/>
                    <a:p>
                      <a:r>
                        <a:rPr sz="1725" b="0">
                          <a:solidFill>
                            <a:srgbClr val="122C35"/>
                          </a:solidFill>
                          <a:latin typeface="DejaVu Sans"/>
                          <a:ea typeface="DejaVu Sans"/>
                          <a:cs typeface="DejaVu Sans"/>
                        </a:rPr>
                        <a:t>Core release</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22-player clubs; 5/11 lineups; roles, clocks, cups and results</a:t>
                      </a:r>
                    </a:p>
                  </a:txBody>
                  <a:tcPr marL="91440" marR="91440" marT="45720" marB="45720">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Server, mobile and accessibility checks</a:t>
                      </a:r>
                    </a:p>
                  </a:txBody>
                  <a:tcPr marL="91440" marR="91440" marT="45720" marB="45720">
                    <a:lnR w="9525">
                      <a:solidFill>
                        <a:srgbClr val="CCD1C8"/>
                      </a:solidFill>
                      <a:prstDash val="solid"/>
                    </a:lnR>
                    <a:lnB w="9525">
                      <a:solidFill>
                        <a:srgbClr val="CCD1C8"/>
                      </a:solidFill>
                      <a:prstDash val="solid"/>
                    </a:lnB>
                    <a:solidFill>
                      <a:srgbClr val="EEE8DC"/>
                    </a:solidFill>
                  </a:tcPr>
                </a:tc>
              </a:tr>
              <a:tr h="571500">
                <a:tc>
                  <a:txBody>
                    <a:bodyPr/>
                    <a:lstStyle/>
                    <a:p>
                      <a:r>
                        <a:rPr sz="1725" b="0">
                          <a:solidFill>
                            <a:srgbClr val="122C35"/>
                          </a:solidFill>
                          <a:latin typeface="DejaVu Sans"/>
                          <a:ea typeface="DejaVu Sans"/>
                          <a:cs typeface="DejaVu Sans"/>
                        </a:rPr>
                        <a:t>Club pilot</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Onboarding; captain and reserve journeys</a:t>
                      </a:r>
                    </a:p>
                  </a:txBody>
                  <a:tcPr marL="91440" marR="91440" marT="45720" marB="45720">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Observed task completion; reliable settlement</a:t>
                      </a:r>
                    </a:p>
                  </a:txBody>
                  <a:tcPr marL="91440" marR="91440" marT="45720" marB="45720">
                    <a:lnR w="9525">
                      <a:solidFill>
                        <a:srgbClr val="CCD1C8"/>
                      </a:solidFill>
                      <a:prstDash val="solid"/>
                    </a:lnR>
                    <a:lnB w="9525">
                      <a:solidFill>
                        <a:srgbClr val="CCD1C8"/>
                      </a:solidFill>
                      <a:prstDash val="solid"/>
                    </a:lnB>
                    <a:solidFill>
                      <a:srgbClr val="F7F1E6"/>
                    </a:solidFill>
                  </a:tcPr>
                </a:tc>
              </a:tr>
              <a:tr h="571500">
                <a:tc>
                  <a:txBody>
                    <a:bodyPr/>
                    <a:lstStyle/>
                    <a:p>
                      <a:r>
                        <a:rPr sz="1725" b="0">
                          <a:solidFill>
                            <a:srgbClr val="122C35"/>
                          </a:solidFill>
                          <a:latin typeface="DejaVu Sans"/>
                          <a:ea typeface="DejaVu Sans"/>
                          <a:cs typeface="DejaVu Sans"/>
                        </a:rPr>
                        <a:t>Season layer</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Richer banners, local ladders and season rewards</a:t>
                      </a:r>
                    </a:p>
                  </a:txBody>
                  <a:tcPr marL="91440" marR="91440" marT="45720" marB="45720">
                    <a:lnR w="9525">
                      <a:solidFill>
                        <a:srgbClr val="CCD1C8"/>
                      </a:solidFill>
                      <a:prstDash val="solid"/>
                    </a:lnR>
                    <a:lnB w="9525">
                      <a:solidFill>
                        <a:srgbClr val="CCD1C8"/>
                      </a:solidFill>
                      <a:prstDash val="solid"/>
                    </a:lnB>
                    <a:solidFill>
                      <a:srgbClr val="EEE8DC"/>
                    </a:solidFill>
                  </a:tcPr>
                </a:tc>
                <a:tc>
                  <a:txBody>
                    <a:bodyPr/>
                    <a:lstStyle/>
                    <a:p>
                      <a:r>
                        <a:rPr sz="1725" b="0">
                          <a:solidFill>
                            <a:srgbClr val="122C35"/>
                          </a:solidFill>
                          <a:latin typeface="DejaVu Sans"/>
                          <a:ea typeface="DejaVu Sans"/>
                          <a:cs typeface="DejaVu Sans"/>
                        </a:rPr>
                        <a:t>Fair rules; progression comprehension</a:t>
                      </a:r>
                    </a:p>
                  </a:txBody>
                  <a:tcPr marL="91440" marR="91440" marT="45720" marB="45720">
                    <a:lnR w="9525">
                      <a:solidFill>
                        <a:srgbClr val="CCD1C8"/>
                      </a:solidFill>
                      <a:prstDash val="solid"/>
                    </a:lnR>
                    <a:lnB w="9525">
                      <a:solidFill>
                        <a:srgbClr val="CCD1C8"/>
                      </a:solidFill>
                      <a:prstDash val="solid"/>
                    </a:lnB>
                    <a:solidFill>
                      <a:srgbClr val="EEE8DC"/>
                    </a:solidFill>
                  </a:tcPr>
                </a:tc>
              </a:tr>
              <a:tr h="571500">
                <a:tc>
                  <a:txBody>
                    <a:bodyPr/>
                    <a:lstStyle/>
                    <a:p>
                      <a:r>
                        <a:rPr sz="1725" b="0">
                          <a:solidFill>
                            <a:srgbClr val="122C35"/>
                          </a:solidFill>
                          <a:latin typeface="DejaVu Sans"/>
                          <a:ea typeface="DejaVu Sans"/>
                          <a:cs typeface="DejaVu Sans"/>
                        </a:rPr>
                        <a:t>Scale decision</a:t>
                      </a:r>
                    </a:p>
                  </a:txBody>
                  <a:tcPr marL="91440" marR="91440" marT="45720" marB="45720">
                    <a:lnL w="9525">
                      <a:solidFill>
                        <a:srgbClr val="CCD1C8"/>
                      </a:solidFill>
                      <a:prstDash val="solid"/>
                    </a:lnL>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Notifications, recurring drafts and larger leagues</a:t>
                      </a:r>
                    </a:p>
                  </a:txBody>
                  <a:tcPr marL="91440" marR="91440" marT="45720" marB="45720">
                    <a:lnR w="9525">
                      <a:solidFill>
                        <a:srgbClr val="CCD1C8"/>
                      </a:solidFill>
                      <a:prstDash val="solid"/>
                    </a:lnR>
                    <a:lnB w="9525">
                      <a:solidFill>
                        <a:srgbClr val="CCD1C8"/>
                      </a:solidFill>
                      <a:prstDash val="solid"/>
                    </a:lnB>
                    <a:solidFill>
                      <a:srgbClr val="F7F1E6"/>
                    </a:solidFill>
                  </a:tcPr>
                </a:tc>
                <a:tc>
                  <a:txBody>
                    <a:bodyPr/>
                    <a:lstStyle/>
                    <a:p>
                      <a:r>
                        <a:rPr sz="1725" b="0">
                          <a:solidFill>
                            <a:srgbClr val="122C35"/>
                          </a:solidFill>
                          <a:latin typeface="DejaVu Sans"/>
                          <a:ea typeface="DejaVu Sans"/>
                          <a:cs typeface="DejaVu Sans"/>
                        </a:rPr>
                        <a:t>Repeat play plus operational capacity</a:t>
                      </a:r>
                    </a:p>
                  </a:txBody>
                  <a:tcPr marL="91440" marR="91440" marT="45720" marB="45720">
                    <a:lnR w="9525">
                      <a:solidFill>
                        <a:srgbClr val="CCD1C8"/>
                      </a:solidFill>
                      <a:prstDash val="solid"/>
                    </a:lnR>
                    <a:lnB w="9525">
                      <a:solidFill>
                        <a:srgbClr val="CCD1C8"/>
                      </a:solidFill>
                      <a:prstDash val="solid"/>
                    </a:lnB>
                    <a:solidFill>
                      <a:srgbClr val="F7F1E6"/>
                    </a:solidFill>
                  </a:tcPr>
                </a:tc>
              </a:tr>
            </a:tbl>
          </a:graphicData>
        </a:graphic>
      </p:graphicFrame>
      <p:sp>
        <p:nvSpPr>
          <p:cNvPr id="5" name="scope">
            <a:extLst xmlns:a="http://schemas.openxmlformats.org/drawingml/2006/main">
              <a:ext uri="{FF2B5EF4-FFF2-40B4-BE49-F238E27FC236}">
                <a16:creationId xmlns:a16="http://schemas.microsoft.com/office/drawing/2014/main" id="{CBC53231-EAD3-4A52-9F47-0C82166B58F0}"/>
              </a:ext>
            </a:extLst>
          </p:cNvPr>
          <p:cNvSpPr>
            <a:spLocks xmlns:a="http://schemas.openxmlformats.org/drawingml/2006/main" noGrp="1"/>
          </p:cNvSpPr>
          <p:nvPr/>
        </p:nvSpPr>
        <p:spPr>
          <a:xfrm xmlns:a="http://schemas.openxmlformats.org/drawingml/2006/main">
            <a:off x="609600" y="6096000"/>
            <a:ext cx="10906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42616A"/>
                </a:solidFill>
                <a:latin typeface="DejaVu Sans"/>
                <a:ea typeface="DejaVu Sans"/>
                <a:cs typeface="DejaVu Sans"/>
              </a:defRPr>
            </a:defPPr>
            <a:lvl1pPr>
              <a:defRPr sz="1500" b="0">
                <a:solidFill>
                  <a:srgbClr val="42616A"/>
                </a:solidFill>
                <a:latin typeface="DejaVu Sans"/>
                <a:ea typeface="DejaVu Sans"/>
                <a:cs typeface="DejaVu Sans"/>
              </a:defRPr>
            </a:lvl1pPr>
            <a:lvl2pPr>
              <a:defRPr sz="1500" b="0">
                <a:solidFill>
                  <a:srgbClr val="42616A"/>
                </a:solidFill>
                <a:latin typeface="DejaVu Sans"/>
                <a:ea typeface="DejaVu Sans"/>
                <a:cs typeface="DejaVu Sans"/>
              </a:defRPr>
            </a:lvl2pPr>
            <a:lvl3pPr>
              <a:defRPr sz="1500" b="0">
                <a:solidFill>
                  <a:srgbClr val="42616A"/>
                </a:solidFill>
                <a:latin typeface="DejaVu Sans"/>
                <a:ea typeface="DejaVu Sans"/>
                <a:cs typeface="DejaVu Sans"/>
              </a:defRPr>
            </a:lvl3pPr>
            <a:lvl4pPr>
              <a:defRPr sz="1500" b="0">
                <a:solidFill>
                  <a:srgbClr val="42616A"/>
                </a:solidFill>
                <a:latin typeface="DejaVu Sans"/>
                <a:ea typeface="DejaVu Sans"/>
                <a:cs typeface="DejaVu Sans"/>
              </a:defRPr>
            </a:lvl4pPr>
            <a:lvl5pPr>
              <a:defRPr sz="1500" b="0">
                <a:solidFill>
                  <a:srgbClr val="42616A"/>
                </a:solidFill>
                <a:latin typeface="DejaVu Sans"/>
                <a:ea typeface="DejaVu Sans"/>
                <a:cs typeface="DejaVu Sans"/>
              </a:defRPr>
            </a:lvl5pPr>
            <a:lvl6pPr>
              <a:defRPr sz="1500" b="0">
                <a:solidFill>
                  <a:srgbClr val="42616A"/>
                </a:solidFill>
                <a:latin typeface="DejaVu Sans"/>
                <a:ea typeface="DejaVu Sans"/>
                <a:cs typeface="DejaVu Sans"/>
              </a:defRPr>
            </a:lvl6pPr>
            <a:lvl7pPr>
              <a:defRPr sz="1500" b="0">
                <a:solidFill>
                  <a:srgbClr val="42616A"/>
                </a:solidFill>
                <a:latin typeface="DejaVu Sans"/>
                <a:ea typeface="DejaVu Sans"/>
                <a:cs typeface="DejaVu Sans"/>
              </a:defRPr>
            </a:lvl7pPr>
            <a:lvl8pPr>
              <a:defRPr sz="1500" b="0">
                <a:solidFill>
                  <a:srgbClr val="42616A"/>
                </a:solidFill>
                <a:latin typeface="DejaVu Sans"/>
                <a:ea typeface="DejaVu Sans"/>
                <a:cs typeface="DejaVu Sans"/>
              </a:defRPr>
            </a:lvl8pPr>
            <a:lvl9pPr>
              <a:defRPr sz="1500" b="0">
                <a:solidFill>
                  <a:srgbClr val="42616A"/>
                </a:solidFill>
                <a:latin typeface="DejaVu Sans"/>
                <a:ea typeface="DejaVu Sans"/>
                <a:cs typeface="DejaVu Sans"/>
              </a:defRPr>
            </a:lvl9pPr>
          </a:lstStyle>
          <a:p xmlns:a="http://schemas.openxmlformats.org/drawingml/2006/main">
            <a:pPr>
              <a:defRPr sz="1500" b="0">
                <a:solidFill>
                  <a:srgbClr val="42616A"/>
                </a:solidFill>
                <a:latin typeface="DejaVu Sans"/>
                <a:ea typeface="DejaVu Sans"/>
                <a:cs typeface="DejaVu Sans"/>
              </a:defRPr>
            </a:pPr>
            <a:r>
              <a:rPr sz="1500" b="0">
                <a:solidFill>
                  <a:srgbClr val="42616A"/>
                </a:solidFill>
                <a:latin typeface="DejaVu Sans"/>
                <a:ea typeface="DejaVu Sans"/>
                <a:cs typeface="DejaVu Sans"/>
              </a:rPr>
              <a:t>Seasons and scale are roadmap work; outcomes still need validation.</a:t>
            </a:r>
          </a:p>
        </p:txBody>
      </p:sp>
      <p:sp>
        <p:nvSpPr>
          <p:cNvPr id="6" name="footer">
            <a:extLst xmlns:a="http://schemas.openxmlformats.org/drawingml/2006/main">
              <a:ext uri="{FF2B5EF4-FFF2-40B4-BE49-F238E27FC236}">
                <a16:creationId xmlns:a16="http://schemas.microsoft.com/office/drawing/2014/main" id="{212FE5F3-4B88-4B30-A20C-8C2F5451A925}"/>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JHK · CLUB CRICKET</a:t>
            </a:r>
          </a:p>
        </p:txBody>
      </p:sp>
      <p:sp>
        <p:nvSpPr>
          <p:cNvPr id="7" name="folio">
            <a:extLst xmlns:a="http://schemas.openxmlformats.org/drawingml/2006/main">
              <a:ext uri="{FF2B5EF4-FFF2-40B4-BE49-F238E27FC236}">
                <a16:creationId xmlns:a16="http://schemas.microsoft.com/office/drawing/2014/main" id="{0E142380-16C6-4D84-AE9A-4AC0AB783208}"/>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42616A"/>
                </a:solidFill>
                <a:latin typeface="DejaVu Sans"/>
                <a:ea typeface="DejaVu Sans"/>
                <a:cs typeface="DejaVu Sans"/>
              </a:defRPr>
            </a:defPPr>
            <a:lvl1pPr>
              <a:defRPr sz="975" b="0">
                <a:solidFill>
                  <a:srgbClr val="42616A"/>
                </a:solidFill>
                <a:latin typeface="DejaVu Sans"/>
                <a:ea typeface="DejaVu Sans"/>
                <a:cs typeface="DejaVu Sans"/>
              </a:defRPr>
            </a:lvl1pPr>
            <a:lvl2pPr>
              <a:defRPr sz="975" b="0">
                <a:solidFill>
                  <a:srgbClr val="42616A"/>
                </a:solidFill>
                <a:latin typeface="DejaVu Sans"/>
                <a:ea typeface="DejaVu Sans"/>
                <a:cs typeface="DejaVu Sans"/>
              </a:defRPr>
            </a:lvl2pPr>
            <a:lvl3pPr>
              <a:defRPr sz="975" b="0">
                <a:solidFill>
                  <a:srgbClr val="42616A"/>
                </a:solidFill>
                <a:latin typeface="DejaVu Sans"/>
                <a:ea typeface="DejaVu Sans"/>
                <a:cs typeface="DejaVu Sans"/>
              </a:defRPr>
            </a:lvl3pPr>
            <a:lvl4pPr>
              <a:defRPr sz="975" b="0">
                <a:solidFill>
                  <a:srgbClr val="42616A"/>
                </a:solidFill>
                <a:latin typeface="DejaVu Sans"/>
                <a:ea typeface="DejaVu Sans"/>
                <a:cs typeface="DejaVu Sans"/>
              </a:defRPr>
            </a:lvl4pPr>
            <a:lvl5pPr>
              <a:defRPr sz="975" b="0">
                <a:solidFill>
                  <a:srgbClr val="42616A"/>
                </a:solidFill>
                <a:latin typeface="DejaVu Sans"/>
                <a:ea typeface="DejaVu Sans"/>
                <a:cs typeface="DejaVu Sans"/>
              </a:defRPr>
            </a:lvl5pPr>
            <a:lvl6pPr>
              <a:defRPr sz="975" b="0">
                <a:solidFill>
                  <a:srgbClr val="42616A"/>
                </a:solidFill>
                <a:latin typeface="DejaVu Sans"/>
                <a:ea typeface="DejaVu Sans"/>
                <a:cs typeface="DejaVu Sans"/>
              </a:defRPr>
            </a:lvl6pPr>
            <a:lvl7pPr>
              <a:defRPr sz="975" b="0">
                <a:solidFill>
                  <a:srgbClr val="42616A"/>
                </a:solidFill>
                <a:latin typeface="DejaVu Sans"/>
                <a:ea typeface="DejaVu Sans"/>
                <a:cs typeface="DejaVu Sans"/>
              </a:defRPr>
            </a:lvl7pPr>
            <a:lvl8pPr>
              <a:defRPr sz="975" b="0">
                <a:solidFill>
                  <a:srgbClr val="42616A"/>
                </a:solidFill>
                <a:latin typeface="DejaVu Sans"/>
                <a:ea typeface="DejaVu Sans"/>
                <a:cs typeface="DejaVu Sans"/>
              </a:defRPr>
            </a:lvl8pPr>
            <a:lvl9pPr>
              <a:defRPr sz="975" b="0">
                <a:solidFill>
                  <a:srgbClr val="42616A"/>
                </a:solidFill>
                <a:latin typeface="DejaVu Sans"/>
                <a:ea typeface="DejaVu Sans"/>
                <a:cs typeface="DejaVu Sans"/>
              </a:defRPr>
            </a:lvl9pPr>
          </a:lstStyle>
          <a:p xmlns:a="http://schemas.openxmlformats.org/drawingml/2006/main">
            <a:pPr>
              <a:defRPr sz="975" b="0">
                <a:solidFill>
                  <a:srgbClr val="42616A"/>
                </a:solidFill>
                <a:latin typeface="DejaVu Sans"/>
                <a:ea typeface="DejaVu Sans"/>
                <a:cs typeface="DejaVu Sans"/>
              </a:defRPr>
            </a:pPr>
            <a:r>
              <a:rPr sz="975" b="0">
                <a:solidFill>
                  <a:srgbClr val="42616A"/>
                </a:solidFill>
                <a:latin typeface="DejaVu Sans"/>
                <a:ea typeface="DejaVu Sans"/>
                <a:cs typeface="DejaVu Sans"/>
              </a:rPr>
              <a:t>13</a:t>
            </a:r>
          </a:p>
        </p:txBody>
      </p:sp>
    </p:spTree>
    <p:extLst>
      <p:ext uri="{BB962C8B-B14F-4D97-AF65-F5344CB8AC3E}">
        <p14:creationId xmlns:p14="http://schemas.microsoft.com/office/powerpoint/2010/main" val="492713662"/>
      </p:ext>
    </p:extLst>
  </p:cSld>
</p:sld>
</file>

<file path=ppt/slides/slide14.xml><?xml version="1.0" encoding="utf-8"?>
<p:sld xmlns:p="http://schemas.openxmlformats.org/presentationml/2006/main">
  <p:cSld>
    <p:bg>
      <p:bgPr>
        <a:solidFill xmlns:a="http://schemas.openxmlformats.org/drawingml/2006/main">
          <a:srgbClr val="122C35"/>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4ACD47ED-5288-4F53-A881-A43E78C43DCD}"/>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FFBD59"/>
                </a:solidFill>
                <a:latin typeface="DejaVu Sans"/>
                <a:ea typeface="DejaVu Sans"/>
                <a:cs typeface="DejaVu Sans"/>
              </a:defRPr>
            </a:defPPr>
            <a:lvl1pPr>
              <a:defRPr sz="1275" b="1">
                <a:solidFill>
                  <a:srgbClr val="FFBD59"/>
                </a:solidFill>
                <a:latin typeface="DejaVu Sans"/>
                <a:ea typeface="DejaVu Sans"/>
                <a:cs typeface="DejaVu Sans"/>
              </a:defRPr>
            </a:lvl1pPr>
            <a:lvl2pPr>
              <a:defRPr sz="1275" b="1">
                <a:solidFill>
                  <a:srgbClr val="FFBD59"/>
                </a:solidFill>
                <a:latin typeface="DejaVu Sans"/>
                <a:ea typeface="DejaVu Sans"/>
                <a:cs typeface="DejaVu Sans"/>
              </a:defRPr>
            </a:lvl2pPr>
            <a:lvl3pPr>
              <a:defRPr sz="1275" b="1">
                <a:solidFill>
                  <a:srgbClr val="FFBD59"/>
                </a:solidFill>
                <a:latin typeface="DejaVu Sans"/>
                <a:ea typeface="DejaVu Sans"/>
                <a:cs typeface="DejaVu Sans"/>
              </a:defRPr>
            </a:lvl3pPr>
            <a:lvl4pPr>
              <a:defRPr sz="1275" b="1">
                <a:solidFill>
                  <a:srgbClr val="FFBD59"/>
                </a:solidFill>
                <a:latin typeface="DejaVu Sans"/>
                <a:ea typeface="DejaVu Sans"/>
                <a:cs typeface="DejaVu Sans"/>
              </a:defRPr>
            </a:lvl4pPr>
            <a:lvl5pPr>
              <a:defRPr sz="1275" b="1">
                <a:solidFill>
                  <a:srgbClr val="FFBD59"/>
                </a:solidFill>
                <a:latin typeface="DejaVu Sans"/>
                <a:ea typeface="DejaVu Sans"/>
                <a:cs typeface="DejaVu Sans"/>
              </a:defRPr>
            </a:lvl5pPr>
            <a:lvl6pPr>
              <a:defRPr sz="1275" b="1">
                <a:solidFill>
                  <a:srgbClr val="FFBD59"/>
                </a:solidFill>
                <a:latin typeface="DejaVu Sans"/>
                <a:ea typeface="DejaVu Sans"/>
                <a:cs typeface="DejaVu Sans"/>
              </a:defRPr>
            </a:lvl6pPr>
            <a:lvl7pPr>
              <a:defRPr sz="1275" b="1">
                <a:solidFill>
                  <a:srgbClr val="FFBD59"/>
                </a:solidFill>
                <a:latin typeface="DejaVu Sans"/>
                <a:ea typeface="DejaVu Sans"/>
                <a:cs typeface="DejaVu Sans"/>
              </a:defRPr>
            </a:lvl7pPr>
            <a:lvl8pPr>
              <a:defRPr sz="1275" b="1">
                <a:solidFill>
                  <a:srgbClr val="FFBD59"/>
                </a:solidFill>
                <a:latin typeface="DejaVu Sans"/>
                <a:ea typeface="DejaVu Sans"/>
                <a:cs typeface="DejaVu Sans"/>
              </a:defRPr>
            </a:lvl8pPr>
            <a:lvl9pPr>
              <a:defRPr sz="1275" b="1">
                <a:solidFill>
                  <a:srgbClr val="FFBD59"/>
                </a:solidFill>
                <a:latin typeface="DejaVu Sans"/>
                <a:ea typeface="DejaVu Sans"/>
                <a:cs typeface="DejaVu Sans"/>
              </a:defRPr>
            </a:lvl9pPr>
          </a:lstStyle>
          <a:p xmlns:a="http://schemas.openxmlformats.org/drawingml/2006/main">
            <a:pPr>
              <a:defRPr sz="1275" b="1">
                <a:solidFill>
                  <a:srgbClr val="FFBD59"/>
                </a:solidFill>
                <a:latin typeface="DejaVu Sans"/>
                <a:ea typeface="DejaVu Sans"/>
                <a:cs typeface="DejaVu Sans"/>
              </a:defRPr>
            </a:pPr>
            <a:r>
              <a:rPr sz="1275" b="1">
                <a:solidFill>
                  <a:srgbClr val="FFBD59"/>
                </a:solidFill>
                <a:latin typeface="DejaVu Sans"/>
                <a:ea typeface="DejaVu Sans"/>
                <a:cs typeface="DejaVu Sans"/>
              </a:rPr>
              <a:t>THE NEXT PROOF</a:t>
            </a:r>
          </a:p>
        </p:txBody>
      </p:sp>
      <p:sp>
        <p:nvSpPr>
          <p:cNvPr id="2" name="title">
            <a:extLst xmlns:a="http://schemas.openxmlformats.org/drawingml/2006/main">
              <a:ext uri="{FF2B5EF4-FFF2-40B4-BE49-F238E27FC236}">
                <a16:creationId xmlns:a16="http://schemas.microsoft.com/office/drawing/2014/main" id="{D1C8BB6B-97C7-407F-B610-A35A320282F9}"/>
              </a:ext>
            </a:extLst>
          </p:cNvPr>
          <p:cNvSpPr>
            <a:spLocks xmlns:a="http://schemas.openxmlformats.org/drawingml/2006/main" noGrp="1"/>
          </p:cNvSpPr>
          <p:nvPr/>
        </p:nvSpPr>
        <p:spPr>
          <a:xfrm xmlns:a="http://schemas.openxmlformats.org/drawingml/2006/main">
            <a:off x="609600" y="1123950"/>
            <a:ext cx="5334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b="1">
                <a:solidFill>
                  <a:srgbClr val="F7F1E6"/>
                </a:solidFill>
                <a:latin typeface="DejaVu Sans"/>
                <a:ea typeface="DejaVu Sans"/>
                <a:cs typeface="DejaVu Sans"/>
              </a:defRPr>
            </a:defPPr>
            <a:lvl1pPr>
              <a:defRPr sz="4500" b="1">
                <a:solidFill>
                  <a:srgbClr val="F7F1E6"/>
                </a:solidFill>
                <a:latin typeface="DejaVu Sans"/>
                <a:ea typeface="DejaVu Sans"/>
                <a:cs typeface="DejaVu Sans"/>
              </a:defRPr>
            </a:lvl1pPr>
            <a:lvl2pPr>
              <a:defRPr sz="4500" b="1">
                <a:solidFill>
                  <a:srgbClr val="F7F1E6"/>
                </a:solidFill>
                <a:latin typeface="DejaVu Sans"/>
                <a:ea typeface="DejaVu Sans"/>
                <a:cs typeface="DejaVu Sans"/>
              </a:defRPr>
            </a:lvl2pPr>
            <a:lvl3pPr>
              <a:defRPr sz="4500" b="1">
                <a:solidFill>
                  <a:srgbClr val="F7F1E6"/>
                </a:solidFill>
                <a:latin typeface="DejaVu Sans"/>
                <a:ea typeface="DejaVu Sans"/>
                <a:cs typeface="DejaVu Sans"/>
              </a:defRPr>
            </a:lvl3pPr>
            <a:lvl4pPr>
              <a:defRPr sz="4500" b="1">
                <a:solidFill>
                  <a:srgbClr val="F7F1E6"/>
                </a:solidFill>
                <a:latin typeface="DejaVu Sans"/>
                <a:ea typeface="DejaVu Sans"/>
                <a:cs typeface="DejaVu Sans"/>
              </a:defRPr>
            </a:lvl4pPr>
            <a:lvl5pPr>
              <a:defRPr sz="4500" b="1">
                <a:solidFill>
                  <a:srgbClr val="F7F1E6"/>
                </a:solidFill>
                <a:latin typeface="DejaVu Sans"/>
                <a:ea typeface="DejaVu Sans"/>
                <a:cs typeface="DejaVu Sans"/>
              </a:defRPr>
            </a:lvl5pPr>
            <a:lvl6pPr>
              <a:defRPr sz="4500" b="1">
                <a:solidFill>
                  <a:srgbClr val="F7F1E6"/>
                </a:solidFill>
                <a:latin typeface="DejaVu Sans"/>
                <a:ea typeface="DejaVu Sans"/>
                <a:cs typeface="DejaVu Sans"/>
              </a:defRPr>
            </a:lvl6pPr>
            <a:lvl7pPr>
              <a:defRPr sz="4500" b="1">
                <a:solidFill>
                  <a:srgbClr val="F7F1E6"/>
                </a:solidFill>
                <a:latin typeface="DejaVu Sans"/>
                <a:ea typeface="DejaVu Sans"/>
                <a:cs typeface="DejaVu Sans"/>
              </a:defRPr>
            </a:lvl7pPr>
            <a:lvl8pPr>
              <a:defRPr sz="4500" b="1">
                <a:solidFill>
                  <a:srgbClr val="F7F1E6"/>
                </a:solidFill>
                <a:latin typeface="DejaVu Sans"/>
                <a:ea typeface="DejaVu Sans"/>
                <a:cs typeface="DejaVu Sans"/>
              </a:defRPr>
            </a:lvl8pPr>
            <a:lvl9pPr>
              <a:defRPr sz="4500" b="1">
                <a:solidFill>
                  <a:srgbClr val="F7F1E6"/>
                </a:solidFill>
                <a:latin typeface="DejaVu Sans"/>
                <a:ea typeface="DejaVu Sans"/>
                <a:cs typeface="DejaVu Sans"/>
              </a:defRPr>
            </a:lvl9pPr>
          </a:lstStyle>
          <a:p xmlns:a="http://schemas.openxmlformats.org/drawingml/2006/main">
            <a:pPr>
              <a:defRPr sz="4500" b="1">
                <a:solidFill>
                  <a:srgbClr val="F7F1E6"/>
                </a:solidFill>
                <a:latin typeface="DejaVu Sans"/>
                <a:ea typeface="DejaVu Sans"/>
                <a:cs typeface="DejaVu Sans"/>
              </a:defRPr>
            </a:pPr>
            <a:r>
              <a:rPr sz="4500" b="1">
                <a:solidFill>
                  <a:srgbClr val="F7F1E6"/>
                </a:solidFill>
                <a:latin typeface="DejaVu Sans"/>
                <a:ea typeface="DejaVu Sans"/>
                <a:cs typeface="DejaVu Sans"/>
              </a:rPr>
              <a:t>Let the clubs play.</a:t>
            </a:r>
          </a:p>
        </p:txBody>
      </p:sp>
      <p:sp>
        <p:nvSpPr>
          <p:cNvPr id="3" name="subtitle">
            <a:extLst xmlns:a="http://schemas.openxmlformats.org/drawingml/2006/main">
              <a:ext uri="{FF2B5EF4-FFF2-40B4-BE49-F238E27FC236}">
                <a16:creationId xmlns:a16="http://schemas.microsoft.com/office/drawing/2014/main" id="{ABA3315D-CA2D-47E9-BF14-A2EF4D1798AC}"/>
              </a:ext>
            </a:extLst>
          </p:cNvPr>
          <p:cNvSpPr>
            <a:spLocks xmlns:a="http://schemas.openxmlformats.org/drawingml/2006/main" noGrp="1"/>
          </p:cNvSpPr>
          <p:nvPr/>
        </p:nvSpPr>
        <p:spPr>
          <a:xfrm xmlns:a="http://schemas.openxmlformats.org/drawingml/2006/main">
            <a:off x="609600" y="3124200"/>
            <a:ext cx="5238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7F1E6"/>
                </a:solidFill>
                <a:latin typeface="DejaVu Sans"/>
                <a:ea typeface="DejaVu Sans"/>
                <a:cs typeface="DejaVu Sans"/>
              </a:defRPr>
            </a:defPPr>
            <a:lvl1pPr>
              <a:defRPr sz="2325" b="0">
                <a:solidFill>
                  <a:srgbClr val="F7F1E6"/>
                </a:solidFill>
                <a:latin typeface="DejaVu Sans"/>
                <a:ea typeface="DejaVu Sans"/>
                <a:cs typeface="DejaVu Sans"/>
              </a:defRPr>
            </a:lvl1pPr>
            <a:lvl2pPr>
              <a:defRPr sz="2325" b="0">
                <a:solidFill>
                  <a:srgbClr val="F7F1E6"/>
                </a:solidFill>
                <a:latin typeface="DejaVu Sans"/>
                <a:ea typeface="DejaVu Sans"/>
                <a:cs typeface="DejaVu Sans"/>
              </a:defRPr>
            </a:lvl2pPr>
            <a:lvl3pPr>
              <a:defRPr sz="2325" b="0">
                <a:solidFill>
                  <a:srgbClr val="F7F1E6"/>
                </a:solidFill>
                <a:latin typeface="DejaVu Sans"/>
                <a:ea typeface="DejaVu Sans"/>
                <a:cs typeface="DejaVu Sans"/>
              </a:defRPr>
            </a:lvl3pPr>
            <a:lvl4pPr>
              <a:defRPr sz="2325" b="0">
                <a:solidFill>
                  <a:srgbClr val="F7F1E6"/>
                </a:solidFill>
                <a:latin typeface="DejaVu Sans"/>
                <a:ea typeface="DejaVu Sans"/>
                <a:cs typeface="DejaVu Sans"/>
              </a:defRPr>
            </a:lvl4pPr>
            <a:lvl5pPr>
              <a:defRPr sz="2325" b="0">
                <a:solidFill>
                  <a:srgbClr val="F7F1E6"/>
                </a:solidFill>
                <a:latin typeface="DejaVu Sans"/>
                <a:ea typeface="DejaVu Sans"/>
                <a:cs typeface="DejaVu Sans"/>
              </a:defRPr>
            </a:lvl5pPr>
            <a:lvl6pPr>
              <a:defRPr sz="2325" b="0">
                <a:solidFill>
                  <a:srgbClr val="F7F1E6"/>
                </a:solidFill>
                <a:latin typeface="DejaVu Sans"/>
                <a:ea typeface="DejaVu Sans"/>
                <a:cs typeface="DejaVu Sans"/>
              </a:defRPr>
            </a:lvl6pPr>
            <a:lvl7pPr>
              <a:defRPr sz="2325" b="0">
                <a:solidFill>
                  <a:srgbClr val="F7F1E6"/>
                </a:solidFill>
                <a:latin typeface="DejaVu Sans"/>
                <a:ea typeface="DejaVu Sans"/>
                <a:cs typeface="DejaVu Sans"/>
              </a:defRPr>
            </a:lvl7pPr>
            <a:lvl8pPr>
              <a:defRPr sz="2325" b="0">
                <a:solidFill>
                  <a:srgbClr val="F7F1E6"/>
                </a:solidFill>
                <a:latin typeface="DejaVu Sans"/>
                <a:ea typeface="DejaVu Sans"/>
                <a:cs typeface="DejaVu Sans"/>
              </a:defRPr>
            </a:lvl8pPr>
            <a:lvl9pPr>
              <a:defRPr sz="2325" b="0">
                <a:solidFill>
                  <a:srgbClr val="F7F1E6"/>
                </a:solidFill>
                <a:latin typeface="DejaVu Sans"/>
                <a:ea typeface="DejaVu Sans"/>
                <a:cs typeface="DejaVu Sans"/>
              </a:defRPr>
            </a:lvl9pPr>
          </a:lstStyle>
          <a:p xmlns:a="http://schemas.openxmlformats.org/drawingml/2006/main">
            <a:pPr>
              <a:defRPr sz="2325" b="0">
                <a:solidFill>
                  <a:srgbClr val="F7F1E6"/>
                </a:solidFill>
                <a:latin typeface="DejaVu Sans"/>
                <a:ea typeface="DejaVu Sans"/>
                <a:cs typeface="DejaVu Sans"/>
              </a:defRPr>
            </a:pPr>
            <a:r>
              <a:rPr sz="2325" b="0">
                <a:solidFill>
                  <a:srgbClr val="F7F1E6"/>
                </a:solidFill>
                <a:latin typeface="DejaVu Sans"/>
                <a:ea typeface="DejaVu Sans"/>
                <a:cs typeface="DejaVu Sans"/>
              </a:rPr>
              <a:t>Learn what earns the next over.</a:t>
            </a:r>
          </a:p>
        </p:txBody>
      </p:sp>
      <p:sp>
        <p:nvSpPr>
          <p:cNvPr id="4" name="body">
            <a:extLst xmlns:a="http://schemas.openxmlformats.org/drawingml/2006/main">
              <a:ext uri="{FF2B5EF4-FFF2-40B4-BE49-F238E27FC236}">
                <a16:creationId xmlns:a16="http://schemas.microsoft.com/office/drawing/2014/main" id="{30E5740B-15C7-4969-969F-291985FF6401}"/>
              </a:ext>
            </a:extLst>
          </p:cNvPr>
          <p:cNvSpPr>
            <a:spLocks xmlns:a="http://schemas.openxmlformats.org/drawingml/2006/main" noGrp="1"/>
          </p:cNvSpPr>
          <p:nvPr/>
        </p:nvSpPr>
        <p:spPr>
          <a:xfrm xmlns:a="http://schemas.openxmlformats.org/drawingml/2006/main">
            <a:off x="609600" y="4286250"/>
            <a:ext cx="5143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F7F1E6"/>
                </a:solidFill>
                <a:latin typeface="DejaVu Sans"/>
                <a:ea typeface="DejaVu Sans"/>
                <a:cs typeface="DejaVu Sans"/>
              </a:defRPr>
            </a:defPPr>
            <a:lvl1pPr>
              <a:defRPr sz="1725" b="0">
                <a:solidFill>
                  <a:srgbClr val="F7F1E6"/>
                </a:solidFill>
                <a:latin typeface="DejaVu Sans"/>
                <a:ea typeface="DejaVu Sans"/>
                <a:cs typeface="DejaVu Sans"/>
              </a:defRPr>
            </a:lvl1pPr>
            <a:lvl2pPr>
              <a:defRPr sz="1725" b="0">
                <a:solidFill>
                  <a:srgbClr val="F7F1E6"/>
                </a:solidFill>
                <a:latin typeface="DejaVu Sans"/>
                <a:ea typeface="DejaVu Sans"/>
                <a:cs typeface="DejaVu Sans"/>
              </a:defRPr>
            </a:lvl2pPr>
            <a:lvl3pPr>
              <a:defRPr sz="1725" b="0">
                <a:solidFill>
                  <a:srgbClr val="F7F1E6"/>
                </a:solidFill>
                <a:latin typeface="DejaVu Sans"/>
                <a:ea typeface="DejaVu Sans"/>
                <a:cs typeface="DejaVu Sans"/>
              </a:defRPr>
            </a:lvl3pPr>
            <a:lvl4pPr>
              <a:defRPr sz="1725" b="0">
                <a:solidFill>
                  <a:srgbClr val="F7F1E6"/>
                </a:solidFill>
                <a:latin typeface="DejaVu Sans"/>
                <a:ea typeface="DejaVu Sans"/>
                <a:cs typeface="DejaVu Sans"/>
              </a:defRPr>
            </a:lvl4pPr>
            <a:lvl5pPr>
              <a:defRPr sz="1725" b="0">
                <a:solidFill>
                  <a:srgbClr val="F7F1E6"/>
                </a:solidFill>
                <a:latin typeface="DejaVu Sans"/>
                <a:ea typeface="DejaVu Sans"/>
                <a:cs typeface="DejaVu Sans"/>
              </a:defRPr>
            </a:lvl5pPr>
            <a:lvl6pPr>
              <a:defRPr sz="1725" b="0">
                <a:solidFill>
                  <a:srgbClr val="F7F1E6"/>
                </a:solidFill>
                <a:latin typeface="DejaVu Sans"/>
                <a:ea typeface="DejaVu Sans"/>
                <a:cs typeface="DejaVu Sans"/>
              </a:defRPr>
            </a:lvl6pPr>
            <a:lvl7pPr>
              <a:defRPr sz="1725" b="0">
                <a:solidFill>
                  <a:srgbClr val="F7F1E6"/>
                </a:solidFill>
                <a:latin typeface="DejaVu Sans"/>
                <a:ea typeface="DejaVu Sans"/>
                <a:cs typeface="DejaVu Sans"/>
              </a:defRPr>
            </a:lvl7pPr>
            <a:lvl8pPr>
              <a:defRPr sz="1725" b="0">
                <a:solidFill>
                  <a:srgbClr val="F7F1E6"/>
                </a:solidFill>
                <a:latin typeface="DejaVu Sans"/>
                <a:ea typeface="DejaVu Sans"/>
                <a:cs typeface="DejaVu Sans"/>
              </a:defRPr>
            </a:lvl8pPr>
            <a:lvl9pPr>
              <a:defRPr sz="1725" b="0">
                <a:solidFill>
                  <a:srgbClr val="F7F1E6"/>
                </a:solidFill>
                <a:latin typeface="DejaVu Sans"/>
                <a:ea typeface="DejaVu Sans"/>
                <a:cs typeface="DejaVu Sans"/>
              </a:defRPr>
            </a:lvl9pPr>
          </a:lstStyle>
          <a:p xmlns:a="http://schemas.openxmlformats.org/drawingml/2006/main">
            <a:pPr>
              <a:defRPr sz="1725" b="0">
                <a:solidFill>
                  <a:srgbClr val="F7F1E6"/>
                </a:solidFill>
                <a:latin typeface="DejaVu Sans"/>
                <a:ea typeface="DejaVu Sans"/>
                <a:cs typeface="DejaVu Sans"/>
              </a:defRPr>
            </a:pPr>
            <a:r>
              <a:rPr sz="1725" b="0">
                <a:solidFill>
                  <a:srgbClr val="F7F1E6"/>
                </a:solidFill>
                <a:latin typeface="DejaVu Sans"/>
                <a:ea typeface="DejaVu Sans"/>
                <a:cs typeface="DejaVu Sans"/>
              </a:rPr>
              <a:t>Pilot with new players, captains and reserves.</a:t>
            </a:r>
          </a:p>
          <a:p xmlns:a="http://schemas.openxmlformats.org/drawingml/2006/main">
            <a:pPr>
              <a:defRPr sz="1725" b="0">
                <a:solidFill>
                  <a:srgbClr val="F7F1E6"/>
                </a:solidFill>
                <a:latin typeface="DejaVu Sans"/>
                <a:ea typeface="DejaVu Sans"/>
                <a:cs typeface="DejaVu Sans"/>
              </a:defRPr>
            </a:pPr>
            <a:r>
              <a:rPr sz="1725" b="0">
                <a:solidFill>
                  <a:srgbClr val="F7F1E6"/>
                </a:solidFill>
                <a:latin typeface="DejaVu Sans"/>
                <a:ea typeface="DejaVu Sans"/>
                <a:cs typeface="DejaVu Sans"/>
              </a:rPr>
              <a:t>Observe the first match, substitution and rematch.</a:t>
            </a:r>
          </a:p>
          <a:p xmlns:a="http://schemas.openxmlformats.org/drawingml/2006/main">
            <a:pPr>
              <a:defRPr sz="1725" b="0">
                <a:solidFill>
                  <a:srgbClr val="F7F1E6"/>
                </a:solidFill>
                <a:latin typeface="DejaVu Sans"/>
                <a:ea typeface="DejaVu Sans"/>
                <a:cs typeface="DejaVu Sans"/>
              </a:defRPr>
            </a:pPr>
            <a:r>
              <a:rPr sz="1725" b="0">
                <a:solidFill>
                  <a:srgbClr val="F7F1E6"/>
                </a:solidFill>
                <a:latin typeface="DejaVu Sans"/>
                <a:ea typeface="DejaVu Sans"/>
                <a:cs typeface="DejaVu Sans"/>
              </a:rPr>
              <a:t>Expand after the flow is clear, fair and reliable.</a:t>
            </a:r>
          </a:p>
        </p:txBody>
      </p:sp>
      <p:pic>
        <p:nvPicPr>
          <p:cNvPr id="5" name="">
            <a:extLst xmlns:a="http://schemas.openxmlformats.org/drawingml/2006/main">
              <a:ext uri="{FF2B5EF4-FFF2-40B4-BE49-F238E27FC236}">
                <a16:creationId xmlns:a16="http://schemas.microsoft.com/office/drawing/2014/main" id="{239B0967-E546-4560-A844-529AEAB3F86E}"/>
              </a:ext>
            </a:extLst>
          </p:cNvPr>
          <p:cNvPicPr>
            <a:picLocks xmlns:a="http://schemas.openxmlformats.org/drawingml/2006/main" noChangeAspect="1"/>
          </p:cNvPicPr>
          <p:nvPr/>
        </p:nvPicPr>
        <p:blipFill>
          <a:blip xmlns:r="http://schemas.openxmlformats.org/officeDocument/2006/relationships" xmlns:a="http://schemas.openxmlformats.org/drawingml/2006/main" r:embed="R951f6fde30f74e0a"/>
          <a:srcRect xmlns:a="http://schemas.openxmlformats.org/drawingml/2006/main" l="0" t="14284" r="0" b="14284"/>
          <a:stretch xmlns:a="http://schemas.openxmlformats.org/drawingml/2006/main">
            <a:fillRect l="0" t="0" r="0" b="0"/>
          </a:stretch>
        </p:blipFill>
        <p:spPr>
          <a:xfrm xmlns:a="http://schemas.openxmlformats.org/drawingml/2006/main">
            <a:off x="6381750" y="952500"/>
            <a:ext cx="5200364" cy="495300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C7D001AE-607A-4EA3-8A24-D2CD4D987B50}"/>
              </a:ext>
            </a:extLst>
          </p:cNvPr>
          <p:cNvSpPr>
            <a:spLocks xmlns:a="http://schemas.openxmlformats.org/drawingml/2006/main" noGrp="1"/>
          </p:cNvSpPr>
          <p:nvPr/>
        </p:nvSpPr>
        <p:spPr>
          <a:xfrm xmlns:a="http://schemas.openxmlformats.org/drawingml/2006/main">
            <a:off x="609600" y="64960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C8D8D5"/>
                </a:solidFill>
                <a:latin typeface="DejaVu Sans"/>
                <a:ea typeface="DejaVu Sans"/>
                <a:cs typeface="DejaVu Sans"/>
              </a:defRPr>
            </a:defPPr>
            <a:lvl1pPr>
              <a:defRPr sz="975" b="0">
                <a:solidFill>
                  <a:srgbClr val="C8D8D5"/>
                </a:solidFill>
                <a:latin typeface="DejaVu Sans"/>
                <a:ea typeface="DejaVu Sans"/>
                <a:cs typeface="DejaVu Sans"/>
              </a:defRPr>
            </a:lvl1pPr>
            <a:lvl2pPr>
              <a:defRPr sz="975" b="0">
                <a:solidFill>
                  <a:srgbClr val="C8D8D5"/>
                </a:solidFill>
                <a:latin typeface="DejaVu Sans"/>
                <a:ea typeface="DejaVu Sans"/>
                <a:cs typeface="DejaVu Sans"/>
              </a:defRPr>
            </a:lvl2pPr>
            <a:lvl3pPr>
              <a:defRPr sz="975" b="0">
                <a:solidFill>
                  <a:srgbClr val="C8D8D5"/>
                </a:solidFill>
                <a:latin typeface="DejaVu Sans"/>
                <a:ea typeface="DejaVu Sans"/>
                <a:cs typeface="DejaVu Sans"/>
              </a:defRPr>
            </a:lvl3pPr>
            <a:lvl4pPr>
              <a:defRPr sz="975" b="0">
                <a:solidFill>
                  <a:srgbClr val="C8D8D5"/>
                </a:solidFill>
                <a:latin typeface="DejaVu Sans"/>
                <a:ea typeface="DejaVu Sans"/>
                <a:cs typeface="DejaVu Sans"/>
              </a:defRPr>
            </a:lvl4pPr>
            <a:lvl5pPr>
              <a:defRPr sz="975" b="0">
                <a:solidFill>
                  <a:srgbClr val="C8D8D5"/>
                </a:solidFill>
                <a:latin typeface="DejaVu Sans"/>
                <a:ea typeface="DejaVu Sans"/>
                <a:cs typeface="DejaVu Sans"/>
              </a:defRPr>
            </a:lvl5pPr>
            <a:lvl6pPr>
              <a:defRPr sz="975" b="0">
                <a:solidFill>
                  <a:srgbClr val="C8D8D5"/>
                </a:solidFill>
                <a:latin typeface="DejaVu Sans"/>
                <a:ea typeface="DejaVu Sans"/>
                <a:cs typeface="DejaVu Sans"/>
              </a:defRPr>
            </a:lvl6pPr>
            <a:lvl7pPr>
              <a:defRPr sz="975" b="0">
                <a:solidFill>
                  <a:srgbClr val="C8D8D5"/>
                </a:solidFill>
                <a:latin typeface="DejaVu Sans"/>
                <a:ea typeface="DejaVu Sans"/>
                <a:cs typeface="DejaVu Sans"/>
              </a:defRPr>
            </a:lvl7pPr>
            <a:lvl8pPr>
              <a:defRPr sz="975" b="0">
                <a:solidFill>
                  <a:srgbClr val="C8D8D5"/>
                </a:solidFill>
                <a:latin typeface="DejaVu Sans"/>
                <a:ea typeface="DejaVu Sans"/>
                <a:cs typeface="DejaVu Sans"/>
              </a:defRPr>
            </a:lvl8pPr>
            <a:lvl9pPr>
              <a:defRPr sz="975" b="0">
                <a:solidFill>
                  <a:srgbClr val="C8D8D5"/>
                </a:solidFill>
                <a:latin typeface="DejaVu Sans"/>
                <a:ea typeface="DejaVu Sans"/>
                <a:cs typeface="DejaVu Sans"/>
              </a:defRPr>
            </a:lvl9pPr>
          </a:lstStyle>
          <a:p xmlns:a="http://schemas.openxmlformats.org/drawingml/2006/main">
            <a:pPr>
              <a:defRPr sz="975" b="0">
                <a:solidFill>
                  <a:srgbClr val="C8D8D5"/>
                </a:solidFill>
                <a:latin typeface="DejaVu Sans"/>
                <a:ea typeface="DejaVu Sans"/>
                <a:cs typeface="DejaVu Sans"/>
              </a:defRPr>
            </a:pPr>
            <a:r>
              <a:rPr sz="975" b="0">
                <a:solidFill>
                  <a:srgbClr val="C8D8D5"/>
                </a:solidFill>
                <a:latin typeface="DejaVu Sans"/>
                <a:ea typeface="DejaVu Sans"/>
                <a:cs typeface="DejaVu Sans"/>
              </a:rPr>
              <a:t>JHK · CLUB CRICKET</a:t>
            </a:r>
          </a:p>
        </p:txBody>
      </p:sp>
      <p:sp>
        <p:nvSpPr>
          <p:cNvPr id="7" name="folio">
            <a:extLst xmlns:a="http://schemas.openxmlformats.org/drawingml/2006/main">
              <a:ext uri="{FF2B5EF4-FFF2-40B4-BE49-F238E27FC236}">
                <a16:creationId xmlns:a16="http://schemas.microsoft.com/office/drawing/2014/main" id="{137FD18E-9B0E-4F5B-A699-21E029135610}"/>
              </a:ext>
            </a:extLst>
          </p:cNvPr>
          <p:cNvSpPr>
            <a:spLocks xmlns:a="http://schemas.openxmlformats.org/drawingml/2006/main" noGrp="1"/>
          </p:cNvSpPr>
          <p:nvPr/>
        </p:nvSpPr>
        <p:spPr>
          <a:xfrm xmlns:a="http://schemas.openxmlformats.org/drawingml/2006/main">
            <a:off x="11144250" y="64960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75" b="0">
                <a:solidFill>
                  <a:srgbClr val="C8D8D5"/>
                </a:solidFill>
                <a:latin typeface="DejaVu Sans"/>
                <a:ea typeface="DejaVu Sans"/>
                <a:cs typeface="DejaVu Sans"/>
              </a:defRPr>
            </a:defPPr>
            <a:lvl1pPr>
              <a:defRPr sz="975" b="0">
                <a:solidFill>
                  <a:srgbClr val="C8D8D5"/>
                </a:solidFill>
                <a:latin typeface="DejaVu Sans"/>
                <a:ea typeface="DejaVu Sans"/>
                <a:cs typeface="DejaVu Sans"/>
              </a:defRPr>
            </a:lvl1pPr>
            <a:lvl2pPr>
              <a:defRPr sz="975" b="0">
                <a:solidFill>
                  <a:srgbClr val="C8D8D5"/>
                </a:solidFill>
                <a:latin typeface="DejaVu Sans"/>
                <a:ea typeface="DejaVu Sans"/>
                <a:cs typeface="DejaVu Sans"/>
              </a:defRPr>
            </a:lvl2pPr>
            <a:lvl3pPr>
              <a:defRPr sz="975" b="0">
                <a:solidFill>
                  <a:srgbClr val="C8D8D5"/>
                </a:solidFill>
                <a:latin typeface="DejaVu Sans"/>
                <a:ea typeface="DejaVu Sans"/>
                <a:cs typeface="DejaVu Sans"/>
              </a:defRPr>
            </a:lvl3pPr>
            <a:lvl4pPr>
              <a:defRPr sz="975" b="0">
                <a:solidFill>
                  <a:srgbClr val="C8D8D5"/>
                </a:solidFill>
                <a:latin typeface="DejaVu Sans"/>
                <a:ea typeface="DejaVu Sans"/>
                <a:cs typeface="DejaVu Sans"/>
              </a:defRPr>
            </a:lvl4pPr>
            <a:lvl5pPr>
              <a:defRPr sz="975" b="0">
                <a:solidFill>
                  <a:srgbClr val="C8D8D5"/>
                </a:solidFill>
                <a:latin typeface="DejaVu Sans"/>
                <a:ea typeface="DejaVu Sans"/>
                <a:cs typeface="DejaVu Sans"/>
              </a:defRPr>
            </a:lvl5pPr>
            <a:lvl6pPr>
              <a:defRPr sz="975" b="0">
                <a:solidFill>
                  <a:srgbClr val="C8D8D5"/>
                </a:solidFill>
                <a:latin typeface="DejaVu Sans"/>
                <a:ea typeface="DejaVu Sans"/>
                <a:cs typeface="DejaVu Sans"/>
              </a:defRPr>
            </a:lvl6pPr>
            <a:lvl7pPr>
              <a:defRPr sz="975" b="0">
                <a:solidFill>
                  <a:srgbClr val="C8D8D5"/>
                </a:solidFill>
                <a:latin typeface="DejaVu Sans"/>
                <a:ea typeface="DejaVu Sans"/>
                <a:cs typeface="DejaVu Sans"/>
              </a:defRPr>
            </a:lvl7pPr>
            <a:lvl8pPr>
              <a:defRPr sz="975" b="0">
                <a:solidFill>
                  <a:srgbClr val="C8D8D5"/>
                </a:solidFill>
                <a:latin typeface="DejaVu Sans"/>
                <a:ea typeface="DejaVu Sans"/>
                <a:cs typeface="DejaVu Sans"/>
              </a:defRPr>
            </a:lvl8pPr>
            <a:lvl9pPr>
              <a:defRPr sz="975" b="0">
                <a:solidFill>
                  <a:srgbClr val="C8D8D5"/>
                </a:solidFill>
                <a:latin typeface="DejaVu Sans"/>
                <a:ea typeface="DejaVu Sans"/>
                <a:cs typeface="DejaVu Sans"/>
              </a:defRPr>
            </a:lvl9pPr>
          </a:lstStyle>
          <a:p xmlns:a="http://schemas.openxmlformats.org/drawingml/2006/main">
            <a:pPr>
              <a:defRPr sz="975" b="0">
                <a:solidFill>
                  <a:srgbClr val="C8D8D5"/>
                </a:solidFill>
                <a:latin typeface="DejaVu Sans"/>
                <a:ea typeface="DejaVu Sans"/>
                <a:cs typeface="DejaVu Sans"/>
              </a:defRPr>
            </a:pPr>
            <a:r>
              <a:rPr sz="975" b="0">
                <a:solidFill>
                  <a:srgbClr val="C8D8D5"/>
                </a:solidFill>
                <a:latin typeface="DejaVu Sans"/>
                <a:ea typeface="DejaVu Sans"/>
                <a:cs typeface="DejaVu Sans"/>
              </a:rPr>
              <a:t>14</a:t>
            </a:r>
          </a:p>
        </p:txBody>
      </p:sp>
    </p:spTree>
    <p:extLst>
      <p:ext uri="{BB962C8B-B14F-4D97-AF65-F5344CB8AC3E}">
        <p14:creationId xmlns:p14="http://schemas.microsoft.com/office/powerpoint/2010/main" val="186625049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2026-10-30T01:35:05.8040000Z</dcterms:created>
  <dcterms:modified xsi:type="dcterms:W3CDTF">2026-10-30T01:35:05.8040000Z</dcterms:modified>
</coreProperties>
</file>